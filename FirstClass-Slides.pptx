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5" r:id="rId1"/>
  </p:sldMasterIdLst>
  <p:notesMasterIdLst>
    <p:notesMasterId r:id="rId105"/>
  </p:notesMasterIdLst>
  <p:sldIdLst>
    <p:sldId id="256" r:id="rId2"/>
    <p:sldId id="257" r:id="rId3"/>
    <p:sldId id="366" r:id="rId4"/>
    <p:sldId id="335" r:id="rId5"/>
    <p:sldId id="334" r:id="rId6"/>
    <p:sldId id="336" r:id="rId7"/>
    <p:sldId id="307" r:id="rId8"/>
    <p:sldId id="337" r:id="rId9"/>
    <p:sldId id="316" r:id="rId10"/>
    <p:sldId id="368" r:id="rId11"/>
    <p:sldId id="338" r:id="rId12"/>
    <p:sldId id="340" r:id="rId13"/>
    <p:sldId id="341" r:id="rId14"/>
    <p:sldId id="367" r:id="rId15"/>
    <p:sldId id="259" r:id="rId16"/>
    <p:sldId id="291" r:id="rId17"/>
    <p:sldId id="260" r:id="rId18"/>
    <p:sldId id="344" r:id="rId19"/>
    <p:sldId id="345" r:id="rId20"/>
    <p:sldId id="346" r:id="rId21"/>
    <p:sldId id="348" r:id="rId22"/>
    <p:sldId id="261" r:id="rId23"/>
    <p:sldId id="294" r:id="rId24"/>
    <p:sldId id="295" r:id="rId25"/>
    <p:sldId id="297" r:id="rId26"/>
    <p:sldId id="298" r:id="rId27"/>
    <p:sldId id="300" r:id="rId28"/>
    <p:sldId id="299" r:id="rId29"/>
    <p:sldId id="263" r:id="rId30"/>
    <p:sldId id="351" r:id="rId31"/>
    <p:sldId id="302" r:id="rId32"/>
    <p:sldId id="369" r:id="rId33"/>
    <p:sldId id="350" r:id="rId34"/>
    <p:sldId id="352" r:id="rId35"/>
    <p:sldId id="349" r:id="rId36"/>
    <p:sldId id="303" r:id="rId37"/>
    <p:sldId id="266" r:id="rId38"/>
    <p:sldId id="304" r:id="rId39"/>
    <p:sldId id="370" r:id="rId40"/>
    <p:sldId id="305" r:id="rId41"/>
    <p:sldId id="285" r:id="rId42"/>
    <p:sldId id="286" r:id="rId43"/>
    <p:sldId id="371" r:id="rId44"/>
    <p:sldId id="374" r:id="rId45"/>
    <p:sldId id="372" r:id="rId46"/>
    <p:sldId id="373" r:id="rId47"/>
    <p:sldId id="287" r:id="rId48"/>
    <p:sldId id="353" r:id="rId49"/>
    <p:sldId id="354" r:id="rId50"/>
    <p:sldId id="356" r:id="rId51"/>
    <p:sldId id="355" r:id="rId52"/>
    <p:sldId id="357" r:id="rId53"/>
    <p:sldId id="359" r:id="rId54"/>
    <p:sldId id="414" r:id="rId55"/>
    <p:sldId id="415" r:id="rId56"/>
    <p:sldId id="416" r:id="rId57"/>
    <p:sldId id="417" r:id="rId58"/>
    <p:sldId id="418" r:id="rId59"/>
    <p:sldId id="390" r:id="rId60"/>
    <p:sldId id="383" r:id="rId61"/>
    <p:sldId id="384" r:id="rId62"/>
    <p:sldId id="258" r:id="rId63"/>
    <p:sldId id="385" r:id="rId64"/>
    <p:sldId id="386" r:id="rId65"/>
    <p:sldId id="387" r:id="rId66"/>
    <p:sldId id="262" r:id="rId67"/>
    <p:sldId id="264" r:id="rId68"/>
    <p:sldId id="391" r:id="rId69"/>
    <p:sldId id="382" r:id="rId70"/>
    <p:sldId id="419" r:id="rId71"/>
    <p:sldId id="420" r:id="rId72"/>
    <p:sldId id="421" r:id="rId73"/>
    <p:sldId id="422" r:id="rId74"/>
    <p:sldId id="423" r:id="rId75"/>
    <p:sldId id="424" r:id="rId76"/>
    <p:sldId id="392" r:id="rId77"/>
    <p:sldId id="394" r:id="rId78"/>
    <p:sldId id="395" r:id="rId79"/>
    <p:sldId id="396" r:id="rId80"/>
    <p:sldId id="397" r:id="rId81"/>
    <p:sldId id="398" r:id="rId82"/>
    <p:sldId id="399" r:id="rId83"/>
    <p:sldId id="393" r:id="rId84"/>
    <p:sldId id="400" r:id="rId85"/>
    <p:sldId id="406" r:id="rId86"/>
    <p:sldId id="407" r:id="rId87"/>
    <p:sldId id="408" r:id="rId88"/>
    <p:sldId id="409" r:id="rId89"/>
    <p:sldId id="410" r:id="rId90"/>
    <p:sldId id="411" r:id="rId91"/>
    <p:sldId id="412" r:id="rId92"/>
    <p:sldId id="413" r:id="rId93"/>
    <p:sldId id="401" r:id="rId94"/>
    <p:sldId id="402" r:id="rId95"/>
    <p:sldId id="403" r:id="rId96"/>
    <p:sldId id="404" r:id="rId97"/>
    <p:sldId id="405" r:id="rId98"/>
    <p:sldId id="347" r:id="rId99"/>
    <p:sldId id="273" r:id="rId100"/>
    <p:sldId id="381" r:id="rId101"/>
    <p:sldId id="363" r:id="rId102"/>
    <p:sldId id="364" r:id="rId103"/>
    <p:sldId id="361" r:id="rId10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D7FD73-EA9C-1044-93AB-9DBE43A51813}" v="57" dt="2026-01-28T02:14:30.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3"/>
    <p:restoredTop sz="94641"/>
  </p:normalViewPr>
  <p:slideViewPr>
    <p:cSldViewPr snapToGrid="0">
      <p:cViewPr varScale="1">
        <p:scale>
          <a:sx n="142" d="100"/>
          <a:sy n="142" d="100"/>
        </p:scale>
        <p:origin x="640" y="48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 Joshi" userId="95fe61d518940c13" providerId="LiveId" clId="{355AF23D-3069-5A6E-9D79-8603334FB955}"/>
    <pc:docChg chg="undo redo custSel addSld delSld modSld sldOrd">
      <pc:chgData name="Anand Joshi" userId="95fe61d518940c13" providerId="LiveId" clId="{355AF23D-3069-5A6E-9D79-8603334FB955}" dt="2026-01-28T02:15:27.261" v="8434" actId="2696"/>
      <pc:docMkLst>
        <pc:docMk/>
      </pc:docMkLst>
      <pc:sldChg chg="addSp delSp modSp mod">
        <pc:chgData name="Anand Joshi" userId="95fe61d518940c13" providerId="LiveId" clId="{355AF23D-3069-5A6E-9D79-8603334FB955}" dt="2026-01-27T04:35:30.436" v="4916" actId="478"/>
        <pc:sldMkLst>
          <pc:docMk/>
          <pc:sldMk cId="2890144741" sldId="256"/>
        </pc:sldMkLst>
        <pc:spChg chg="mod">
          <ac:chgData name="Anand Joshi" userId="95fe61d518940c13" providerId="LiveId" clId="{355AF23D-3069-5A6E-9D79-8603334FB955}" dt="2026-01-27T04:34:56.265" v="4907" actId="403"/>
          <ac:spMkLst>
            <pc:docMk/>
            <pc:sldMk cId="2890144741" sldId="256"/>
            <ac:spMk id="2" creationId="{848E737A-586D-26BC-5ECB-5B2B432F7DB3}"/>
          </ac:spMkLst>
        </pc:spChg>
        <pc:spChg chg="add mod">
          <ac:chgData name="Anand Joshi" userId="95fe61d518940c13" providerId="LiveId" clId="{355AF23D-3069-5A6E-9D79-8603334FB955}" dt="2026-01-27T04:35:09.802" v="4913" actId="14100"/>
          <ac:spMkLst>
            <pc:docMk/>
            <pc:sldMk cId="2890144741" sldId="256"/>
            <ac:spMk id="3" creationId="{DC4D7117-D9BC-57EF-D2C7-AC46BD9BCC31}"/>
          </ac:spMkLst>
        </pc:spChg>
        <pc:spChg chg="del mod">
          <ac:chgData name="Anand Joshi" userId="95fe61d518940c13" providerId="LiveId" clId="{355AF23D-3069-5A6E-9D79-8603334FB955}" dt="2026-01-27T04:35:30.436" v="4916" actId="478"/>
          <ac:spMkLst>
            <pc:docMk/>
            <pc:sldMk cId="2890144741" sldId="256"/>
            <ac:spMk id="5" creationId="{4485E10E-1C7F-E586-AEDF-46CF040812CF}"/>
          </ac:spMkLst>
        </pc:spChg>
      </pc:sldChg>
      <pc:sldChg chg="addSp delSp modSp add mod setBg">
        <pc:chgData name="Anand Joshi" userId="95fe61d518940c13" providerId="LiveId" clId="{355AF23D-3069-5A6E-9D79-8603334FB955}" dt="2026-01-27T15:16:52.427" v="8086" actId="26606"/>
        <pc:sldMkLst>
          <pc:docMk/>
          <pc:sldMk cId="0" sldId="258"/>
        </pc:sldMkLst>
        <pc:spChg chg="mod">
          <ac:chgData name="Anand Joshi" userId="95fe61d518940c13" providerId="LiveId" clId="{355AF23D-3069-5A6E-9D79-8603334FB955}" dt="2026-01-27T15:16:52.427" v="8086" actId="26606"/>
          <ac:spMkLst>
            <pc:docMk/>
            <pc:sldMk cId="0" sldId="258"/>
            <ac:spMk id="2" creationId="{00000000-0000-0000-0000-000000000000}"/>
          </ac:spMkLst>
        </pc:spChg>
        <pc:spChg chg="del">
          <ac:chgData name="Anand Joshi" userId="95fe61d518940c13" providerId="LiveId" clId="{355AF23D-3069-5A6E-9D79-8603334FB955}" dt="2026-01-27T15:16:52.427" v="8086" actId="26606"/>
          <ac:spMkLst>
            <pc:docMk/>
            <pc:sldMk cId="0" sldId="258"/>
            <ac:spMk id="3" creationId="{00000000-0000-0000-0000-000000000000}"/>
          </ac:spMkLst>
        </pc:spChg>
        <pc:spChg chg="add">
          <ac:chgData name="Anand Joshi" userId="95fe61d518940c13" providerId="LiveId" clId="{355AF23D-3069-5A6E-9D79-8603334FB955}" dt="2026-01-27T15:16:52.427" v="8086" actId="26606"/>
          <ac:spMkLst>
            <pc:docMk/>
            <pc:sldMk cId="0" sldId="258"/>
            <ac:spMk id="9" creationId="{817D949E-564D-4503-A64E-D22FA3232C29}"/>
          </ac:spMkLst>
        </pc:spChg>
        <pc:spChg chg="add">
          <ac:chgData name="Anand Joshi" userId="95fe61d518940c13" providerId="LiveId" clId="{355AF23D-3069-5A6E-9D79-8603334FB955}" dt="2026-01-27T15:16:52.427" v="8086" actId="26606"/>
          <ac:spMkLst>
            <pc:docMk/>
            <pc:sldMk cId="0" sldId="258"/>
            <ac:spMk id="11" creationId="{92BE0106-0C20-465B-A1BE-0BAC2737B1AD}"/>
          </ac:spMkLst>
        </pc:spChg>
        <pc:spChg chg="add">
          <ac:chgData name="Anand Joshi" userId="95fe61d518940c13" providerId="LiveId" clId="{355AF23D-3069-5A6E-9D79-8603334FB955}" dt="2026-01-27T15:16:52.427" v="8086" actId="26606"/>
          <ac:spMkLst>
            <pc:docMk/>
            <pc:sldMk cId="0" sldId="258"/>
            <ac:spMk id="13" creationId="{851808AB-2943-464C-A710-F2A18D869334}"/>
          </ac:spMkLst>
        </pc:spChg>
        <pc:graphicFrameChg chg="add">
          <ac:chgData name="Anand Joshi" userId="95fe61d518940c13" providerId="LiveId" clId="{355AF23D-3069-5A6E-9D79-8603334FB955}" dt="2026-01-27T15:16:52.427" v="8086" actId="26606"/>
          <ac:graphicFrameMkLst>
            <pc:docMk/>
            <pc:sldMk cId="0" sldId="258"/>
            <ac:graphicFrameMk id="5" creationId="{2FE14D8A-722C-04FE-5CCF-8701163F7E0F}"/>
          </ac:graphicFrameMkLst>
        </pc:graphicFrameChg>
      </pc:sldChg>
      <pc:sldChg chg="ord">
        <pc:chgData name="Anand Joshi" userId="95fe61d518940c13" providerId="LiveId" clId="{355AF23D-3069-5A6E-9D79-8603334FB955}" dt="2026-01-26T04:17:37.841" v="4774" actId="20578"/>
        <pc:sldMkLst>
          <pc:docMk/>
          <pc:sldMk cId="0" sldId="259"/>
        </pc:sldMkLst>
      </pc:sldChg>
      <pc:sldChg chg="addSp delSp modSp mod">
        <pc:chgData name="Anand Joshi" userId="95fe61d518940c13" providerId="LiveId" clId="{355AF23D-3069-5A6E-9D79-8603334FB955}" dt="2026-01-27T05:06:35.562" v="6231" actId="478"/>
        <pc:sldMkLst>
          <pc:docMk/>
          <pc:sldMk cId="0" sldId="261"/>
        </pc:sldMkLst>
        <pc:spChg chg="add del mod">
          <ac:chgData name="Anand Joshi" userId="95fe61d518940c13" providerId="LiveId" clId="{355AF23D-3069-5A6E-9D79-8603334FB955}" dt="2026-01-27T05:06:35.562" v="6231" actId="478"/>
          <ac:spMkLst>
            <pc:docMk/>
            <pc:sldMk cId="0" sldId="261"/>
            <ac:spMk id="3" creationId="{E7875131-28FC-DD69-1219-47DCCFD7A259}"/>
          </ac:spMkLst>
        </pc:spChg>
      </pc:sldChg>
      <pc:sldChg chg="addSp delSp modSp add mod setBg">
        <pc:chgData name="Anand Joshi" userId="95fe61d518940c13" providerId="LiveId" clId="{355AF23D-3069-5A6E-9D79-8603334FB955}" dt="2026-01-27T15:18:42.979" v="8125" actId="26606"/>
        <pc:sldMkLst>
          <pc:docMk/>
          <pc:sldMk cId="0" sldId="262"/>
        </pc:sldMkLst>
        <pc:spChg chg="mod">
          <ac:chgData name="Anand Joshi" userId="95fe61d518940c13" providerId="LiveId" clId="{355AF23D-3069-5A6E-9D79-8603334FB955}" dt="2026-01-27T15:18:42.979" v="8125" actId="26606"/>
          <ac:spMkLst>
            <pc:docMk/>
            <pc:sldMk cId="0" sldId="262"/>
            <ac:spMk id="2" creationId="{00000000-0000-0000-0000-000000000000}"/>
          </ac:spMkLst>
        </pc:spChg>
        <pc:spChg chg="del mod">
          <ac:chgData name="Anand Joshi" userId="95fe61d518940c13" providerId="LiveId" clId="{355AF23D-3069-5A6E-9D79-8603334FB955}" dt="2026-01-27T15:18:42.979" v="8125" actId="26606"/>
          <ac:spMkLst>
            <pc:docMk/>
            <pc:sldMk cId="0" sldId="262"/>
            <ac:spMk id="3" creationId="{00000000-0000-0000-0000-000000000000}"/>
          </ac:spMkLst>
        </pc:spChg>
        <pc:spChg chg="add">
          <ac:chgData name="Anand Joshi" userId="95fe61d518940c13" providerId="LiveId" clId="{355AF23D-3069-5A6E-9D79-8603334FB955}" dt="2026-01-27T15:18:42.979" v="8125" actId="26606"/>
          <ac:spMkLst>
            <pc:docMk/>
            <pc:sldMk cId="0" sldId="262"/>
            <ac:spMk id="9" creationId="{4E17AA97-89A7-45C1-B813-BFF6C23D79E1}"/>
          </ac:spMkLst>
        </pc:spChg>
        <pc:spChg chg="add">
          <ac:chgData name="Anand Joshi" userId="95fe61d518940c13" providerId="LiveId" clId="{355AF23D-3069-5A6E-9D79-8603334FB955}" dt="2026-01-27T15:18:42.979" v="8125" actId="26606"/>
          <ac:spMkLst>
            <pc:docMk/>
            <pc:sldMk cId="0" sldId="262"/>
            <ac:spMk id="11" creationId="{33AC4FE1-D370-43A6-96C5-076716BB1E76}"/>
          </ac:spMkLst>
        </pc:spChg>
        <pc:spChg chg="add">
          <ac:chgData name="Anand Joshi" userId="95fe61d518940c13" providerId="LiveId" clId="{355AF23D-3069-5A6E-9D79-8603334FB955}" dt="2026-01-27T15:18:42.979" v="8125" actId="26606"/>
          <ac:spMkLst>
            <pc:docMk/>
            <pc:sldMk cId="0" sldId="262"/>
            <ac:spMk id="13" creationId="{4A3D569D-D3A6-49CA-A483-291E95DACA14}"/>
          </ac:spMkLst>
        </pc:spChg>
        <pc:graphicFrameChg chg="add">
          <ac:chgData name="Anand Joshi" userId="95fe61d518940c13" providerId="LiveId" clId="{355AF23D-3069-5A6E-9D79-8603334FB955}" dt="2026-01-27T15:18:42.979" v="8125" actId="26606"/>
          <ac:graphicFrameMkLst>
            <pc:docMk/>
            <pc:sldMk cId="0" sldId="262"/>
            <ac:graphicFrameMk id="5" creationId="{930B5EE4-274D-FFE6-307A-48B514728912}"/>
          </ac:graphicFrameMkLst>
        </pc:graphicFrameChg>
      </pc:sldChg>
      <pc:sldChg chg="add">
        <pc:chgData name="Anand Joshi" userId="95fe61d518940c13" providerId="LiveId" clId="{355AF23D-3069-5A6E-9D79-8603334FB955}" dt="2026-01-27T15:15:51.907" v="8065"/>
        <pc:sldMkLst>
          <pc:docMk/>
          <pc:sldMk cId="0" sldId="264"/>
        </pc:sldMkLst>
      </pc:sldChg>
      <pc:sldChg chg="add del">
        <pc:chgData name="Anand Joshi" userId="95fe61d518940c13" providerId="LiveId" clId="{355AF23D-3069-5A6E-9D79-8603334FB955}" dt="2026-01-28T02:04:46.734" v="8370" actId="2696"/>
        <pc:sldMkLst>
          <pc:docMk/>
          <pc:sldMk cId="0" sldId="265"/>
        </pc:sldMkLst>
      </pc:sldChg>
      <pc:sldChg chg="ord">
        <pc:chgData name="Anand Joshi" userId="95fe61d518940c13" providerId="LiveId" clId="{355AF23D-3069-5A6E-9D79-8603334FB955}" dt="2026-01-28T02:11:30.115" v="8382" actId="20578"/>
        <pc:sldMkLst>
          <pc:docMk/>
          <pc:sldMk cId="0" sldId="273"/>
        </pc:sldMkLst>
      </pc:sldChg>
      <pc:sldChg chg="addSp modSp mod ord">
        <pc:chgData name="Anand Joshi" userId="95fe61d518940c13" providerId="LiveId" clId="{355AF23D-3069-5A6E-9D79-8603334FB955}" dt="2026-01-03T15:39:29.346" v="3537" actId="20577"/>
        <pc:sldMkLst>
          <pc:docMk/>
          <pc:sldMk cId="0" sldId="285"/>
        </pc:sldMkLst>
        <pc:spChg chg="add mod">
          <ac:chgData name="Anand Joshi" userId="95fe61d518940c13" providerId="LiveId" clId="{355AF23D-3069-5A6E-9D79-8603334FB955}" dt="2026-01-03T15:39:08.815" v="3530" actId="1076"/>
          <ac:spMkLst>
            <pc:docMk/>
            <pc:sldMk cId="0" sldId="285"/>
            <ac:spMk id="2" creationId="{F55FAD9C-85FB-2C8C-CF76-C2389B26CB16}"/>
          </ac:spMkLst>
        </pc:spChg>
        <pc:spChg chg="add mod">
          <ac:chgData name="Anand Joshi" userId="95fe61d518940c13" providerId="LiveId" clId="{355AF23D-3069-5A6E-9D79-8603334FB955}" dt="2026-01-03T15:39:11.095" v="3531" actId="1076"/>
          <ac:spMkLst>
            <pc:docMk/>
            <pc:sldMk cId="0" sldId="285"/>
            <ac:spMk id="3" creationId="{CACCBC02-AB2B-0342-997C-98F424555C7C}"/>
          </ac:spMkLst>
        </pc:spChg>
        <pc:spChg chg="mod">
          <ac:chgData name="Anand Joshi" userId="95fe61d518940c13" providerId="LiveId" clId="{355AF23D-3069-5A6E-9D79-8603334FB955}" dt="2026-01-03T15:39:29.346" v="3537" actId="20577"/>
          <ac:spMkLst>
            <pc:docMk/>
            <pc:sldMk cId="0" sldId="285"/>
            <ac:spMk id="534" creationId="{00000000-0000-0000-0000-000000000000}"/>
          </ac:spMkLst>
        </pc:spChg>
      </pc:sldChg>
      <pc:sldChg chg="addSp delSp modSp mod ord">
        <pc:chgData name="Anand Joshi" userId="95fe61d518940c13" providerId="LiveId" clId="{355AF23D-3069-5A6E-9D79-8603334FB955}" dt="2026-01-03T15:39:36.587" v="3539"/>
        <pc:sldMkLst>
          <pc:docMk/>
          <pc:sldMk cId="0" sldId="286"/>
        </pc:sldMkLst>
        <pc:spChg chg="add mod">
          <ac:chgData name="Anand Joshi" userId="95fe61d518940c13" providerId="LiveId" clId="{355AF23D-3069-5A6E-9D79-8603334FB955}" dt="2026-01-03T15:39:36.587" v="3539"/>
          <ac:spMkLst>
            <pc:docMk/>
            <pc:sldMk cId="0" sldId="286"/>
            <ac:spMk id="2" creationId="{C8192949-2CC4-C574-4CC6-339FA0A19C6D}"/>
          </ac:spMkLst>
        </pc:spChg>
      </pc:sldChg>
      <pc:sldChg chg="modSp mod ord">
        <pc:chgData name="Anand Joshi" userId="95fe61d518940c13" providerId="LiveId" clId="{355AF23D-3069-5A6E-9D79-8603334FB955}" dt="2026-01-03T15:40:25.234" v="3580" actId="20577"/>
        <pc:sldMkLst>
          <pc:docMk/>
          <pc:sldMk cId="0" sldId="287"/>
        </pc:sldMkLst>
        <pc:spChg chg="mod">
          <ac:chgData name="Anand Joshi" userId="95fe61d518940c13" providerId="LiveId" clId="{355AF23D-3069-5A6E-9D79-8603334FB955}" dt="2026-01-03T15:40:25.234" v="3580" actId="20577"/>
          <ac:spMkLst>
            <pc:docMk/>
            <pc:sldMk cId="0" sldId="287"/>
            <ac:spMk id="583" creationId="{00000000-0000-0000-0000-000000000000}"/>
          </ac:spMkLst>
        </pc:spChg>
      </pc:sldChg>
      <pc:sldChg chg="del ord">
        <pc:chgData name="Anand Joshi" userId="95fe61d518940c13" providerId="LiveId" clId="{355AF23D-3069-5A6E-9D79-8603334FB955}" dt="2026-01-27T05:33:44.556" v="7213" actId="2696"/>
        <pc:sldMkLst>
          <pc:docMk/>
          <pc:sldMk cId="0" sldId="289"/>
        </pc:sldMkLst>
      </pc:sldChg>
      <pc:sldChg chg="del ord">
        <pc:chgData name="Anand Joshi" userId="95fe61d518940c13" providerId="LiveId" clId="{355AF23D-3069-5A6E-9D79-8603334FB955}" dt="2026-01-27T05:35:34.170" v="7241" actId="2696"/>
        <pc:sldMkLst>
          <pc:docMk/>
          <pc:sldMk cId="0" sldId="290"/>
        </pc:sldMkLst>
      </pc:sldChg>
      <pc:sldChg chg="modSp mod">
        <pc:chgData name="Anand Joshi" userId="95fe61d518940c13" providerId="LiveId" clId="{355AF23D-3069-5A6E-9D79-8603334FB955}" dt="2026-01-27T04:47:39.032" v="5870" actId="403"/>
        <pc:sldMkLst>
          <pc:docMk/>
          <pc:sldMk cId="1086923727" sldId="291"/>
        </pc:sldMkLst>
        <pc:spChg chg="mod">
          <ac:chgData name="Anand Joshi" userId="95fe61d518940c13" providerId="LiveId" clId="{355AF23D-3069-5A6E-9D79-8603334FB955}" dt="2026-01-27T04:47:39.032" v="5870" actId="403"/>
          <ac:spMkLst>
            <pc:docMk/>
            <pc:sldMk cId="1086923727" sldId="291"/>
            <ac:spMk id="3" creationId="{2B18BD47-30B4-28B5-08FA-B1B7136D3FD7}"/>
          </ac:spMkLst>
        </pc:spChg>
      </pc:sldChg>
      <pc:sldChg chg="modSp add del mod ord">
        <pc:chgData name="Anand Joshi" userId="95fe61d518940c13" providerId="LiveId" clId="{355AF23D-3069-5A6E-9D79-8603334FB955}" dt="2026-01-27T05:03:43.366" v="6187" actId="2696"/>
        <pc:sldMkLst>
          <pc:docMk/>
          <pc:sldMk cId="0" sldId="293"/>
        </pc:sldMkLst>
      </pc:sldChg>
      <pc:sldChg chg="addSp delSp modSp mod">
        <pc:chgData name="Anand Joshi" userId="95fe61d518940c13" providerId="LiveId" clId="{355AF23D-3069-5A6E-9D79-8603334FB955}" dt="2026-01-27T05:08:58.816" v="6386" actId="11529"/>
        <pc:sldMkLst>
          <pc:docMk/>
          <pc:sldMk cId="2553090186" sldId="294"/>
        </pc:sldMkLst>
        <pc:spChg chg="add mod">
          <ac:chgData name="Anand Joshi" userId="95fe61d518940c13" providerId="LiveId" clId="{355AF23D-3069-5A6E-9D79-8603334FB955}" dt="2026-01-27T05:07:29.816" v="6234" actId="1076"/>
          <ac:spMkLst>
            <pc:docMk/>
            <pc:sldMk cId="2553090186" sldId="294"/>
            <ac:spMk id="3" creationId="{9E6590FB-8289-1BD1-16CF-7BACCC0986DF}"/>
          </ac:spMkLst>
        </pc:spChg>
        <pc:spChg chg="del">
          <ac:chgData name="Anand Joshi" userId="95fe61d518940c13" providerId="LiveId" clId="{355AF23D-3069-5A6E-9D79-8603334FB955}" dt="2026-01-27T05:07:26.618" v="6232" actId="478"/>
          <ac:spMkLst>
            <pc:docMk/>
            <pc:sldMk cId="2553090186" sldId="294"/>
            <ac:spMk id="5" creationId="{A5AC5D2F-CAA2-F63A-A78E-4BB2E8EFCB36}"/>
          </ac:spMkLst>
        </pc:spChg>
        <pc:spChg chg="mod">
          <ac:chgData name="Anand Joshi" userId="95fe61d518940c13" providerId="LiveId" clId="{355AF23D-3069-5A6E-9D79-8603334FB955}" dt="2026-01-27T05:08:37.189" v="6378" actId="20577"/>
          <ac:spMkLst>
            <pc:docMk/>
            <pc:sldMk cId="2553090186" sldId="294"/>
            <ac:spMk id="7" creationId="{0E7CC3F2-0903-1D21-D69A-2757E7E2BA8D}"/>
          </ac:spMkLst>
        </pc:spChg>
        <pc:spChg chg="mod">
          <ac:chgData name="Anand Joshi" userId="95fe61d518940c13" providerId="LiveId" clId="{355AF23D-3069-5A6E-9D79-8603334FB955}" dt="2026-01-27T05:08:07.744" v="6291" actId="20577"/>
          <ac:spMkLst>
            <pc:docMk/>
            <pc:sldMk cId="2553090186" sldId="294"/>
            <ac:spMk id="8" creationId="{26FDD27B-7296-A7B1-F78D-A1327956DEE7}"/>
          </ac:spMkLst>
        </pc:spChg>
        <pc:spChg chg="mod">
          <ac:chgData name="Anand Joshi" userId="95fe61d518940c13" providerId="LiveId" clId="{355AF23D-3069-5A6E-9D79-8603334FB955}" dt="2026-01-27T05:08:49.545" v="6385" actId="20577"/>
          <ac:spMkLst>
            <pc:docMk/>
            <pc:sldMk cId="2553090186" sldId="294"/>
            <ac:spMk id="9" creationId="{277B468F-12C8-F71D-437A-8BE77620C8AB}"/>
          </ac:spMkLst>
        </pc:spChg>
        <pc:cxnChg chg="add">
          <ac:chgData name="Anand Joshi" userId="95fe61d518940c13" providerId="LiveId" clId="{355AF23D-3069-5A6E-9D79-8603334FB955}" dt="2026-01-27T05:08:58.816" v="6386" actId="11529"/>
          <ac:cxnSpMkLst>
            <pc:docMk/>
            <pc:sldMk cId="2553090186" sldId="294"/>
            <ac:cxnSpMk id="10" creationId="{F3EB6715-BB1B-F565-B4C1-67EB103EA9F6}"/>
          </ac:cxnSpMkLst>
        </pc:cxnChg>
      </pc:sldChg>
      <pc:sldChg chg="addSp modSp mod">
        <pc:chgData name="Anand Joshi" userId="95fe61d518940c13" providerId="LiveId" clId="{355AF23D-3069-5A6E-9D79-8603334FB955}" dt="2026-01-27T05:09:59.677" v="6438" actId="20577"/>
        <pc:sldMkLst>
          <pc:docMk/>
          <pc:sldMk cId="3464904468" sldId="295"/>
        </pc:sldMkLst>
        <pc:spChg chg="mod">
          <ac:chgData name="Anand Joshi" userId="95fe61d518940c13" providerId="LiveId" clId="{355AF23D-3069-5A6E-9D79-8603334FB955}" dt="2026-01-27T05:09:47.540" v="6430" actId="20577"/>
          <ac:spMkLst>
            <pc:docMk/>
            <pc:sldMk cId="3464904468" sldId="295"/>
            <ac:spMk id="5" creationId="{7EE86B67-9DCD-CCA3-0268-6027D43A0B5A}"/>
          </ac:spMkLst>
        </pc:spChg>
        <pc:spChg chg="mod">
          <ac:chgData name="Anand Joshi" userId="95fe61d518940c13" providerId="LiveId" clId="{355AF23D-3069-5A6E-9D79-8603334FB955}" dt="2026-01-27T05:09:27.498" v="6402" actId="1076"/>
          <ac:spMkLst>
            <pc:docMk/>
            <pc:sldMk cId="3464904468" sldId="295"/>
            <ac:spMk id="6" creationId="{D07CEB26-711A-6E08-6A7B-65C72D9F2E11}"/>
          </ac:spMkLst>
        </pc:spChg>
        <pc:spChg chg="mod">
          <ac:chgData name="Anand Joshi" userId="95fe61d518940c13" providerId="LiveId" clId="{355AF23D-3069-5A6E-9D79-8603334FB955}" dt="2026-01-27T05:09:27.498" v="6402" actId="1076"/>
          <ac:spMkLst>
            <pc:docMk/>
            <pc:sldMk cId="3464904468" sldId="295"/>
            <ac:spMk id="7" creationId="{B11C52A3-3998-1B28-53EA-2F805106AA9D}"/>
          </ac:spMkLst>
        </pc:spChg>
        <pc:spChg chg="add mod">
          <ac:chgData name="Anand Joshi" userId="95fe61d518940c13" providerId="LiveId" clId="{355AF23D-3069-5A6E-9D79-8603334FB955}" dt="2026-01-27T05:09:15.950" v="6401" actId="20577"/>
          <ac:spMkLst>
            <pc:docMk/>
            <pc:sldMk cId="3464904468" sldId="295"/>
            <ac:spMk id="8" creationId="{25F53429-C9A3-3885-A20B-BD7BD8D1D8EC}"/>
          </ac:spMkLst>
        </pc:spChg>
        <pc:spChg chg="mod">
          <ac:chgData name="Anand Joshi" userId="95fe61d518940c13" providerId="LiveId" clId="{355AF23D-3069-5A6E-9D79-8603334FB955}" dt="2026-01-27T05:09:36.340" v="6410" actId="1076"/>
          <ac:spMkLst>
            <pc:docMk/>
            <pc:sldMk cId="3464904468" sldId="295"/>
            <ac:spMk id="9" creationId="{6590908E-A8CB-2789-C56E-CE8E3A151C41}"/>
          </ac:spMkLst>
        </pc:spChg>
        <pc:spChg chg="mod">
          <ac:chgData name="Anand Joshi" userId="95fe61d518940c13" providerId="LiveId" clId="{355AF23D-3069-5A6E-9D79-8603334FB955}" dt="2026-01-27T05:09:59.677" v="6438" actId="20577"/>
          <ac:spMkLst>
            <pc:docMk/>
            <pc:sldMk cId="3464904468" sldId="295"/>
            <ac:spMk id="17" creationId="{61C7E1DB-C195-B86C-22B5-DCF15327DB01}"/>
          </ac:spMkLst>
        </pc:spChg>
      </pc:sldChg>
      <pc:sldChg chg="modSp mod">
        <pc:chgData name="Anand Joshi" userId="95fe61d518940c13" providerId="LiveId" clId="{355AF23D-3069-5A6E-9D79-8603334FB955}" dt="2026-01-27T05:10:31.373" v="6463" actId="1076"/>
        <pc:sldMkLst>
          <pc:docMk/>
          <pc:sldMk cId="3750346572" sldId="297"/>
        </pc:sldMkLst>
        <pc:spChg chg="mod">
          <ac:chgData name="Anand Joshi" userId="95fe61d518940c13" providerId="LiveId" clId="{355AF23D-3069-5A6E-9D79-8603334FB955}" dt="2026-01-27T05:10:15.539" v="6449" actId="20577"/>
          <ac:spMkLst>
            <pc:docMk/>
            <pc:sldMk cId="3750346572" sldId="297"/>
            <ac:spMk id="5" creationId="{181B0615-D8DF-5714-03DE-EDE3AA63C06E}"/>
          </ac:spMkLst>
        </pc:spChg>
        <pc:spChg chg="mod">
          <ac:chgData name="Anand Joshi" userId="95fe61d518940c13" providerId="LiveId" clId="{355AF23D-3069-5A6E-9D79-8603334FB955}" dt="2026-01-27T05:10:25.289" v="6462" actId="20577"/>
          <ac:spMkLst>
            <pc:docMk/>
            <pc:sldMk cId="3750346572" sldId="297"/>
            <ac:spMk id="17" creationId="{06C91D0C-0ADE-E201-D853-D71F2419438A}"/>
          </ac:spMkLst>
        </pc:spChg>
        <pc:spChg chg="mod">
          <ac:chgData name="Anand Joshi" userId="95fe61d518940c13" providerId="LiveId" clId="{355AF23D-3069-5A6E-9D79-8603334FB955}" dt="2026-01-27T05:10:31.373" v="6463" actId="1076"/>
          <ac:spMkLst>
            <pc:docMk/>
            <pc:sldMk cId="3750346572" sldId="297"/>
            <ac:spMk id="26" creationId="{B02C6315-7D68-10FB-4B30-AA9A3754E942}"/>
          </ac:spMkLst>
        </pc:spChg>
      </pc:sldChg>
      <pc:sldChg chg="addSp delSp modSp mod">
        <pc:chgData name="Anand Joshi" userId="95fe61d518940c13" providerId="LiveId" clId="{355AF23D-3069-5A6E-9D79-8603334FB955}" dt="2026-01-27T05:13:17.005" v="6545" actId="478"/>
        <pc:sldMkLst>
          <pc:docMk/>
          <pc:sldMk cId="1341150556" sldId="298"/>
        </pc:sldMkLst>
        <pc:spChg chg="mod">
          <ac:chgData name="Anand Joshi" userId="95fe61d518940c13" providerId="LiveId" clId="{355AF23D-3069-5A6E-9D79-8603334FB955}" dt="2026-01-27T05:10:48.899" v="6476" actId="1076"/>
          <ac:spMkLst>
            <pc:docMk/>
            <pc:sldMk cId="1341150556" sldId="298"/>
            <ac:spMk id="4" creationId="{58F56CAF-7E49-221F-D50C-EF43A1BD8502}"/>
          </ac:spMkLst>
        </pc:spChg>
        <pc:spChg chg="mod">
          <ac:chgData name="Anand Joshi" userId="95fe61d518940c13" providerId="LiveId" clId="{355AF23D-3069-5A6E-9D79-8603334FB955}" dt="2026-01-27T05:10:43.222" v="6475" actId="20577"/>
          <ac:spMkLst>
            <pc:docMk/>
            <pc:sldMk cId="1341150556" sldId="298"/>
            <ac:spMk id="5" creationId="{00A33141-D31D-0D9E-E841-606AD6A4F330}"/>
          </ac:spMkLst>
        </pc:spChg>
        <pc:spChg chg="mod">
          <ac:chgData name="Anand Joshi" userId="95fe61d518940c13" providerId="LiveId" clId="{355AF23D-3069-5A6E-9D79-8603334FB955}" dt="2026-01-27T05:10:55.813" v="6477" actId="1076"/>
          <ac:spMkLst>
            <pc:docMk/>
            <pc:sldMk cId="1341150556" sldId="298"/>
            <ac:spMk id="6" creationId="{A0CD53F6-BA4F-8011-C0B0-BA9C4FEFF40D}"/>
          </ac:spMkLst>
        </pc:spChg>
        <pc:spChg chg="mod">
          <ac:chgData name="Anand Joshi" userId="95fe61d518940c13" providerId="LiveId" clId="{355AF23D-3069-5A6E-9D79-8603334FB955}" dt="2026-01-27T05:10:55.813" v="6477" actId="1076"/>
          <ac:spMkLst>
            <pc:docMk/>
            <pc:sldMk cId="1341150556" sldId="298"/>
            <ac:spMk id="7" creationId="{21D9889F-D328-51CE-4C25-96E8F113B20D}"/>
          </ac:spMkLst>
        </pc:spChg>
        <pc:spChg chg="mod">
          <ac:chgData name="Anand Joshi" userId="95fe61d518940c13" providerId="LiveId" clId="{355AF23D-3069-5A6E-9D79-8603334FB955}" dt="2026-01-27T05:11:01.328" v="6481" actId="1076"/>
          <ac:spMkLst>
            <pc:docMk/>
            <pc:sldMk cId="1341150556" sldId="298"/>
            <ac:spMk id="9" creationId="{BC0A4F6C-3D4A-04A1-D87A-FB147AFCC31A}"/>
          </ac:spMkLst>
        </pc:spChg>
        <pc:spChg chg="add mod">
          <ac:chgData name="Anand Joshi" userId="95fe61d518940c13" providerId="LiveId" clId="{355AF23D-3069-5A6E-9D79-8603334FB955}" dt="2026-01-27T05:11:35.690" v="6486" actId="170"/>
          <ac:spMkLst>
            <pc:docMk/>
            <pc:sldMk cId="1341150556" sldId="298"/>
            <ac:spMk id="11" creationId="{8EBD74E4-62E9-9FD0-0356-E6EA5BB933CD}"/>
          </ac:spMkLst>
        </pc:spChg>
        <pc:spChg chg="add mod">
          <ac:chgData name="Anand Joshi" userId="95fe61d518940c13" providerId="LiveId" clId="{355AF23D-3069-5A6E-9D79-8603334FB955}" dt="2026-01-27T05:11:39.390" v="6487" actId="1076"/>
          <ac:spMkLst>
            <pc:docMk/>
            <pc:sldMk cId="1341150556" sldId="298"/>
            <ac:spMk id="12" creationId="{C23C02A8-EDFD-9E0E-6780-67C7C1CF20E4}"/>
          </ac:spMkLst>
        </pc:spChg>
        <pc:spChg chg="add del mod">
          <ac:chgData name="Anand Joshi" userId="95fe61d518940c13" providerId="LiveId" clId="{355AF23D-3069-5A6E-9D79-8603334FB955}" dt="2026-01-27T05:13:17.005" v="6545" actId="478"/>
          <ac:spMkLst>
            <pc:docMk/>
            <pc:sldMk cId="1341150556" sldId="298"/>
            <ac:spMk id="13" creationId="{61F69F08-7BD7-D0D6-8204-36788885D9BA}"/>
          </ac:spMkLst>
        </pc:spChg>
      </pc:sldChg>
      <pc:sldChg chg="modSp mod">
        <pc:chgData name="Anand Joshi" userId="95fe61d518940c13" providerId="LiveId" clId="{355AF23D-3069-5A6E-9D79-8603334FB955}" dt="2026-01-27T05:13:37.073" v="6566" actId="20577"/>
        <pc:sldMkLst>
          <pc:docMk/>
          <pc:sldMk cId="689262547" sldId="299"/>
        </pc:sldMkLst>
        <pc:spChg chg="mod">
          <ac:chgData name="Anand Joshi" userId="95fe61d518940c13" providerId="LiveId" clId="{355AF23D-3069-5A6E-9D79-8603334FB955}" dt="2026-01-27T05:13:37.073" v="6566" actId="20577"/>
          <ac:spMkLst>
            <pc:docMk/>
            <pc:sldMk cId="689262547" sldId="299"/>
            <ac:spMk id="2" creationId="{23A0D6AC-73BD-B3A0-7CFA-63614D44FF97}"/>
          </ac:spMkLst>
        </pc:spChg>
        <pc:spChg chg="mod">
          <ac:chgData name="Anand Joshi" userId="95fe61d518940c13" providerId="LiveId" clId="{355AF23D-3069-5A6E-9D79-8603334FB955}" dt="2026-01-27T05:12:41.631" v="6520" actId="20577"/>
          <ac:spMkLst>
            <pc:docMk/>
            <pc:sldMk cId="689262547" sldId="299"/>
            <ac:spMk id="11" creationId="{6716FF13-AC19-268A-403E-B1313583ADE6}"/>
          </ac:spMkLst>
        </pc:spChg>
      </pc:sldChg>
      <pc:sldChg chg="modSp mod ord">
        <pc:chgData name="Anand Joshi" userId="95fe61d518940c13" providerId="LiveId" clId="{355AF23D-3069-5A6E-9D79-8603334FB955}" dt="2026-01-27T05:13:20.591" v="6546" actId="20578"/>
        <pc:sldMkLst>
          <pc:docMk/>
          <pc:sldMk cId="403548668" sldId="300"/>
        </pc:sldMkLst>
        <pc:spChg chg="mod">
          <ac:chgData name="Anand Joshi" userId="95fe61d518940c13" providerId="LiveId" clId="{355AF23D-3069-5A6E-9D79-8603334FB955}" dt="2026-01-27T05:13:11.605" v="6544" actId="20577"/>
          <ac:spMkLst>
            <pc:docMk/>
            <pc:sldMk cId="403548668" sldId="300"/>
            <ac:spMk id="2" creationId="{ACE2DAC4-FA0B-83DF-6BAD-AC9DD0C804D6}"/>
          </ac:spMkLst>
        </pc:spChg>
      </pc:sldChg>
      <pc:sldChg chg="ord">
        <pc:chgData name="Anand Joshi" userId="95fe61d518940c13" providerId="LiveId" clId="{355AF23D-3069-5A6E-9D79-8603334FB955}" dt="2026-01-27T05:15:21.151" v="6567" actId="20578"/>
        <pc:sldMkLst>
          <pc:docMk/>
          <pc:sldMk cId="1686949521" sldId="302"/>
        </pc:sldMkLst>
      </pc:sldChg>
      <pc:sldChg chg="modSp mod">
        <pc:chgData name="Anand Joshi" userId="95fe61d518940c13" providerId="LiveId" clId="{355AF23D-3069-5A6E-9D79-8603334FB955}" dt="2026-01-27T05:20:26.268" v="7077" actId="1076"/>
        <pc:sldMkLst>
          <pc:docMk/>
          <pc:sldMk cId="2360237748" sldId="304"/>
        </pc:sldMkLst>
        <pc:spChg chg="mod">
          <ac:chgData name="Anand Joshi" userId="95fe61d518940c13" providerId="LiveId" clId="{355AF23D-3069-5A6E-9D79-8603334FB955}" dt="2026-01-27T05:20:26.268" v="7077" actId="1076"/>
          <ac:spMkLst>
            <pc:docMk/>
            <pc:sldMk cId="2360237748" sldId="304"/>
            <ac:spMk id="5" creationId="{D1AD2733-F612-82E1-D930-04578A39F004}"/>
          </ac:spMkLst>
        </pc:spChg>
      </pc:sldChg>
      <pc:sldChg chg="del">
        <pc:chgData name="Anand Joshi" userId="95fe61d518940c13" providerId="LiveId" clId="{355AF23D-3069-5A6E-9D79-8603334FB955}" dt="2026-01-27T05:35:38.482" v="7242" actId="2696"/>
        <pc:sldMkLst>
          <pc:docMk/>
          <pc:sldMk cId="2032736049" sldId="306"/>
        </pc:sldMkLst>
      </pc:sldChg>
      <pc:sldChg chg="add ord">
        <pc:chgData name="Anand Joshi" userId="95fe61d518940c13" providerId="LiveId" clId="{355AF23D-3069-5A6E-9D79-8603334FB955}" dt="2026-01-27T04:55:38.732" v="6058" actId="20578"/>
        <pc:sldMkLst>
          <pc:docMk/>
          <pc:sldMk cId="0" sldId="307"/>
        </pc:sldMkLst>
      </pc:sldChg>
      <pc:sldChg chg="modSp add del mod modNotes">
        <pc:chgData name="Anand Joshi" userId="95fe61d518940c13" providerId="LiveId" clId="{355AF23D-3069-5A6E-9D79-8603334FB955}" dt="2026-01-27T15:02:34.558" v="7979" actId="2696"/>
        <pc:sldMkLst>
          <pc:docMk/>
          <pc:sldMk cId="0" sldId="310"/>
        </pc:sldMkLst>
      </pc:sldChg>
      <pc:sldChg chg="add ord">
        <pc:chgData name="Anand Joshi" userId="95fe61d518940c13" providerId="LiveId" clId="{355AF23D-3069-5A6E-9D79-8603334FB955}" dt="2026-01-27T04:48:23.061" v="5871" actId="20578"/>
        <pc:sldMkLst>
          <pc:docMk/>
          <pc:sldMk cId="0" sldId="316"/>
        </pc:sldMkLst>
      </pc:sldChg>
      <pc:sldChg chg="modSp add del mod">
        <pc:chgData name="Anand Joshi" userId="95fe61d518940c13" providerId="LiveId" clId="{355AF23D-3069-5A6E-9D79-8603334FB955}" dt="2026-01-28T02:06:44.739" v="8379" actId="2696"/>
        <pc:sldMkLst>
          <pc:docMk/>
          <pc:sldMk cId="0" sldId="321"/>
        </pc:sldMkLst>
      </pc:sldChg>
      <pc:sldChg chg="del">
        <pc:chgData name="Anand Joshi" userId="95fe61d518940c13" providerId="LiveId" clId="{355AF23D-3069-5A6E-9D79-8603334FB955}" dt="2026-01-28T02:09:03.194" v="8381" actId="2696"/>
        <pc:sldMkLst>
          <pc:docMk/>
          <pc:sldMk cId="0" sldId="322"/>
        </pc:sldMkLst>
      </pc:sldChg>
      <pc:sldChg chg="del">
        <pc:chgData name="Anand Joshi" userId="95fe61d518940c13" providerId="LiveId" clId="{355AF23D-3069-5A6E-9D79-8603334FB955}" dt="2026-01-28T02:12:40.658" v="8384" actId="2696"/>
        <pc:sldMkLst>
          <pc:docMk/>
          <pc:sldMk cId="0" sldId="323"/>
        </pc:sldMkLst>
      </pc:sldChg>
      <pc:sldChg chg="del">
        <pc:chgData name="Anand Joshi" userId="95fe61d518940c13" providerId="LiveId" clId="{355AF23D-3069-5A6E-9D79-8603334FB955}" dt="2026-01-28T02:12:41.435" v="8385" actId="2696"/>
        <pc:sldMkLst>
          <pc:docMk/>
          <pc:sldMk cId="0" sldId="324"/>
        </pc:sldMkLst>
      </pc:sldChg>
      <pc:sldChg chg="del">
        <pc:chgData name="Anand Joshi" userId="95fe61d518940c13" providerId="LiveId" clId="{355AF23D-3069-5A6E-9D79-8603334FB955}" dt="2026-01-28T00:30:36.700" v="8281" actId="2696"/>
        <pc:sldMkLst>
          <pc:docMk/>
          <pc:sldMk cId="0" sldId="325"/>
        </pc:sldMkLst>
      </pc:sldChg>
      <pc:sldChg chg="del">
        <pc:chgData name="Anand Joshi" userId="95fe61d518940c13" providerId="LiveId" clId="{355AF23D-3069-5A6E-9D79-8603334FB955}" dt="2026-01-28T00:30:34.287" v="8280" actId="2696"/>
        <pc:sldMkLst>
          <pc:docMk/>
          <pc:sldMk cId="0" sldId="326"/>
        </pc:sldMkLst>
      </pc:sldChg>
      <pc:sldChg chg="del">
        <pc:chgData name="Anand Joshi" userId="95fe61d518940c13" providerId="LiveId" clId="{355AF23D-3069-5A6E-9D79-8603334FB955}" dt="2026-01-28T00:30:30.286" v="8279" actId="2696"/>
        <pc:sldMkLst>
          <pc:docMk/>
          <pc:sldMk cId="0" sldId="327"/>
        </pc:sldMkLst>
      </pc:sldChg>
      <pc:sldChg chg="modSp add del mod modNotes">
        <pc:chgData name="Anand Joshi" userId="95fe61d518940c13" providerId="LiveId" clId="{355AF23D-3069-5A6E-9D79-8603334FB955}" dt="2026-01-28T00:19:53.576" v="8278" actId="2696"/>
        <pc:sldMkLst>
          <pc:docMk/>
          <pc:sldMk cId="0" sldId="328"/>
        </pc:sldMkLst>
      </pc:sldChg>
      <pc:sldChg chg="del">
        <pc:chgData name="Anand Joshi" userId="95fe61d518940c13" providerId="LiveId" clId="{355AF23D-3069-5A6E-9D79-8603334FB955}" dt="2026-01-27T15:02:21.054" v="7976" actId="2696"/>
        <pc:sldMkLst>
          <pc:docMk/>
          <pc:sldMk cId="0" sldId="329"/>
        </pc:sldMkLst>
      </pc:sldChg>
      <pc:sldChg chg="del">
        <pc:chgData name="Anand Joshi" userId="95fe61d518940c13" providerId="LiveId" clId="{355AF23D-3069-5A6E-9D79-8603334FB955}" dt="2026-01-27T15:02:22.583" v="7977" actId="2696"/>
        <pc:sldMkLst>
          <pc:docMk/>
          <pc:sldMk cId="0" sldId="330"/>
        </pc:sldMkLst>
      </pc:sldChg>
      <pc:sldChg chg="del">
        <pc:chgData name="Anand Joshi" userId="95fe61d518940c13" providerId="LiveId" clId="{355AF23D-3069-5A6E-9D79-8603334FB955}" dt="2026-01-27T15:02:24.010" v="7978" actId="2696"/>
        <pc:sldMkLst>
          <pc:docMk/>
          <pc:sldMk cId="0" sldId="331"/>
        </pc:sldMkLst>
      </pc:sldChg>
      <pc:sldChg chg="del">
        <pc:chgData name="Anand Joshi" userId="95fe61d518940c13" providerId="LiveId" clId="{355AF23D-3069-5A6E-9D79-8603334FB955}" dt="2026-01-28T00:19:51.443" v="8276" actId="2696"/>
        <pc:sldMkLst>
          <pc:docMk/>
          <pc:sldMk cId="0" sldId="332"/>
        </pc:sldMkLst>
      </pc:sldChg>
      <pc:sldChg chg="del">
        <pc:chgData name="Anand Joshi" userId="95fe61d518940c13" providerId="LiveId" clId="{355AF23D-3069-5A6E-9D79-8603334FB955}" dt="2026-01-28T00:19:52.686" v="8277" actId="2696"/>
        <pc:sldMkLst>
          <pc:docMk/>
          <pc:sldMk cId="0" sldId="333"/>
        </pc:sldMkLst>
      </pc:sldChg>
      <pc:sldChg chg="modSp add mod ord">
        <pc:chgData name="Anand Joshi" userId="95fe61d518940c13" providerId="LiveId" clId="{355AF23D-3069-5A6E-9D79-8603334FB955}" dt="2026-01-27T04:48:23.061" v="5871" actId="20578"/>
        <pc:sldMkLst>
          <pc:docMk/>
          <pc:sldMk cId="0" sldId="334"/>
        </pc:sldMkLst>
      </pc:sldChg>
      <pc:sldChg chg="addSp delSp modSp add mod ord">
        <pc:chgData name="Anand Joshi" userId="95fe61d518940c13" providerId="LiveId" clId="{355AF23D-3069-5A6E-9D79-8603334FB955}" dt="2026-01-27T04:46:30.248" v="5853" actId="14100"/>
        <pc:sldMkLst>
          <pc:docMk/>
          <pc:sldMk cId="0" sldId="335"/>
        </pc:sldMkLst>
        <pc:spChg chg="add mod">
          <ac:chgData name="Anand Joshi" userId="95fe61d518940c13" providerId="LiveId" clId="{355AF23D-3069-5A6E-9D79-8603334FB955}" dt="2026-01-27T04:45:56.064" v="5826"/>
          <ac:spMkLst>
            <pc:docMk/>
            <pc:sldMk cId="0" sldId="335"/>
            <ac:spMk id="2" creationId="{463A3273-AFF1-CBF9-658F-F0CBB79842C8}"/>
          </ac:spMkLst>
        </pc:spChg>
        <pc:spChg chg="add mod">
          <ac:chgData name="Anand Joshi" userId="95fe61d518940c13" providerId="LiveId" clId="{355AF23D-3069-5A6E-9D79-8603334FB955}" dt="2026-01-27T04:43:15.815" v="5558" actId="1076"/>
          <ac:spMkLst>
            <pc:docMk/>
            <pc:sldMk cId="0" sldId="335"/>
            <ac:spMk id="3" creationId="{216D1F41-F904-D4E9-61C3-3684E38E4510}"/>
          </ac:spMkLst>
        </pc:spChg>
        <pc:spChg chg="add del mod">
          <ac:chgData name="Anand Joshi" userId="95fe61d518940c13" providerId="LiveId" clId="{355AF23D-3069-5A6E-9D79-8603334FB955}" dt="2026-01-27T04:43:07.750" v="5556" actId="478"/>
          <ac:spMkLst>
            <pc:docMk/>
            <pc:sldMk cId="0" sldId="335"/>
            <ac:spMk id="4" creationId="{D689BF85-66C5-0259-3173-609AE84D4689}"/>
          </ac:spMkLst>
        </pc:spChg>
        <pc:spChg chg="add del mod">
          <ac:chgData name="Anand Joshi" userId="95fe61d518940c13" providerId="LiveId" clId="{355AF23D-3069-5A6E-9D79-8603334FB955}" dt="2026-01-27T04:43:10.126" v="5557" actId="478"/>
          <ac:spMkLst>
            <pc:docMk/>
            <pc:sldMk cId="0" sldId="335"/>
            <ac:spMk id="5" creationId="{C2D983BF-6E32-3E79-9209-F04F064BA684}"/>
          </ac:spMkLst>
        </pc:spChg>
        <pc:spChg chg="add mod">
          <ac:chgData name="Anand Joshi" userId="95fe61d518940c13" providerId="LiveId" clId="{355AF23D-3069-5A6E-9D79-8603334FB955}" dt="2026-01-27T04:42:59.078" v="5537" actId="1076"/>
          <ac:spMkLst>
            <pc:docMk/>
            <pc:sldMk cId="0" sldId="335"/>
            <ac:spMk id="6" creationId="{E67BA6B2-15EB-FFC7-8962-8915447AC2CD}"/>
          </ac:spMkLst>
        </pc:spChg>
        <pc:spChg chg="add mod">
          <ac:chgData name="Anand Joshi" userId="95fe61d518940c13" providerId="LiveId" clId="{355AF23D-3069-5A6E-9D79-8603334FB955}" dt="2026-01-27T04:43:23.994" v="5566" actId="20577"/>
          <ac:spMkLst>
            <pc:docMk/>
            <pc:sldMk cId="0" sldId="335"/>
            <ac:spMk id="7" creationId="{F636CF67-0FD6-7C03-7ABB-8BBB706DCCDA}"/>
          </ac:spMkLst>
        </pc:spChg>
        <pc:spChg chg="add mod">
          <ac:chgData name="Anand Joshi" userId="95fe61d518940c13" providerId="LiveId" clId="{355AF23D-3069-5A6E-9D79-8603334FB955}" dt="2026-01-27T04:46:21.468" v="5852" actId="1076"/>
          <ac:spMkLst>
            <pc:docMk/>
            <pc:sldMk cId="0" sldId="335"/>
            <ac:spMk id="10" creationId="{2A2521FC-EACD-907C-3EC6-9E6C81067A3F}"/>
          </ac:spMkLst>
        </pc:spChg>
        <pc:spChg chg="mod">
          <ac:chgData name="Anand Joshi" userId="95fe61d518940c13" providerId="LiveId" clId="{355AF23D-3069-5A6E-9D79-8603334FB955}" dt="2026-01-27T04:45:24.063" v="5767" actId="20577"/>
          <ac:spMkLst>
            <pc:docMk/>
            <pc:sldMk cId="0" sldId="335"/>
            <ac:spMk id="932" creationId="{00000000-0000-0000-0000-000000000000}"/>
          </ac:spMkLst>
        </pc:spChg>
        <pc:cxnChg chg="add mod">
          <ac:chgData name="Anand Joshi" userId="95fe61d518940c13" providerId="LiveId" clId="{355AF23D-3069-5A6E-9D79-8603334FB955}" dt="2026-01-27T04:46:30.248" v="5853" actId="14100"/>
          <ac:cxnSpMkLst>
            <pc:docMk/>
            <pc:sldMk cId="0" sldId="335"/>
            <ac:cxnSpMk id="8" creationId="{7619442A-A72C-1882-8231-297F3DA75882}"/>
          </ac:cxnSpMkLst>
        </pc:cxnChg>
        <pc:cxnChg chg="add mod">
          <ac:chgData name="Anand Joshi" userId="95fe61d518940c13" providerId="LiveId" clId="{355AF23D-3069-5A6E-9D79-8603334FB955}" dt="2026-01-27T04:46:03.698" v="5827" actId="14100"/>
          <ac:cxnSpMkLst>
            <pc:docMk/>
            <pc:sldMk cId="0" sldId="335"/>
            <ac:cxnSpMk id="9" creationId="{5B8C1317-5227-B18B-863D-79367E405428}"/>
          </ac:cxnSpMkLst>
        </pc:cxnChg>
      </pc:sldChg>
      <pc:sldChg chg="addSp modSp add mod ord setBg modNotes">
        <pc:chgData name="Anand Joshi" userId="95fe61d518940c13" providerId="LiveId" clId="{355AF23D-3069-5A6E-9D79-8603334FB955}" dt="2026-01-27T04:55:49.233" v="6060" actId="20577"/>
        <pc:sldMkLst>
          <pc:docMk/>
          <pc:sldMk cId="0" sldId="336"/>
        </pc:sldMkLst>
        <pc:spChg chg="add mod">
          <ac:chgData name="Anand Joshi" userId="95fe61d518940c13" providerId="LiveId" clId="{355AF23D-3069-5A6E-9D79-8603334FB955}" dt="2026-01-27T04:50:56.056" v="6057"/>
          <ac:spMkLst>
            <pc:docMk/>
            <pc:sldMk cId="0" sldId="336"/>
            <ac:spMk id="2" creationId="{60EB34A9-E39D-1E71-62A3-457137AD9C13}"/>
          </ac:spMkLst>
        </pc:spChg>
        <pc:spChg chg="mod">
          <ac:chgData name="Anand Joshi" userId="95fe61d518940c13" providerId="LiveId" clId="{355AF23D-3069-5A6E-9D79-8603334FB955}" dt="2026-01-27T04:55:49.233" v="6060" actId="20577"/>
          <ac:spMkLst>
            <pc:docMk/>
            <pc:sldMk cId="0" sldId="336"/>
            <ac:spMk id="938" creationId="{00000000-0000-0000-0000-000000000000}"/>
          </ac:spMkLst>
        </pc:spChg>
      </pc:sldChg>
      <pc:sldChg chg="modSp add mod ord">
        <pc:chgData name="Anand Joshi" userId="95fe61d518940c13" providerId="LiveId" clId="{355AF23D-3069-5A6E-9D79-8603334FB955}" dt="2026-01-27T04:56:02.161" v="6061" actId="14100"/>
        <pc:sldMkLst>
          <pc:docMk/>
          <pc:sldMk cId="0" sldId="337"/>
        </pc:sldMkLst>
        <pc:spChg chg="mod">
          <ac:chgData name="Anand Joshi" userId="95fe61d518940c13" providerId="LiveId" clId="{355AF23D-3069-5A6E-9D79-8603334FB955}" dt="2026-01-27T04:56:02.161" v="6061" actId="14100"/>
          <ac:spMkLst>
            <pc:docMk/>
            <pc:sldMk cId="0" sldId="337"/>
            <ac:spMk id="955" creationId="{00000000-0000-0000-0000-000000000000}"/>
          </ac:spMkLst>
        </pc:spChg>
      </pc:sldChg>
      <pc:sldChg chg="add ord">
        <pc:chgData name="Anand Joshi" userId="95fe61d518940c13" providerId="LiveId" clId="{355AF23D-3069-5A6E-9D79-8603334FB955}" dt="2026-01-27T04:48:23.061" v="5871" actId="20578"/>
        <pc:sldMkLst>
          <pc:docMk/>
          <pc:sldMk cId="0" sldId="338"/>
        </pc:sldMkLst>
      </pc:sldChg>
      <pc:sldChg chg="add ord">
        <pc:chgData name="Anand Joshi" userId="95fe61d518940c13" providerId="LiveId" clId="{355AF23D-3069-5A6E-9D79-8603334FB955}" dt="2026-01-27T04:48:23.061" v="5871" actId="20578"/>
        <pc:sldMkLst>
          <pc:docMk/>
          <pc:sldMk cId="0" sldId="340"/>
        </pc:sldMkLst>
      </pc:sldChg>
      <pc:sldChg chg="delSp modSp add mod ord">
        <pc:chgData name="Anand Joshi" userId="95fe61d518940c13" providerId="LiveId" clId="{355AF23D-3069-5A6E-9D79-8603334FB955}" dt="2026-01-27T04:57:11.969" v="6068" actId="1076"/>
        <pc:sldMkLst>
          <pc:docMk/>
          <pc:sldMk cId="0" sldId="341"/>
        </pc:sldMkLst>
        <pc:spChg chg="mod">
          <ac:chgData name="Anand Joshi" userId="95fe61d518940c13" providerId="LiveId" clId="{355AF23D-3069-5A6E-9D79-8603334FB955}" dt="2026-01-27T04:57:02.398" v="6065" actId="20577"/>
          <ac:spMkLst>
            <pc:docMk/>
            <pc:sldMk cId="0" sldId="341"/>
            <ac:spMk id="996" creationId="{00000000-0000-0000-0000-000000000000}"/>
          </ac:spMkLst>
        </pc:spChg>
        <pc:spChg chg="mod">
          <ac:chgData name="Anand Joshi" userId="95fe61d518940c13" providerId="LiveId" clId="{355AF23D-3069-5A6E-9D79-8603334FB955}" dt="2026-01-27T04:57:09.419" v="6067" actId="1076"/>
          <ac:spMkLst>
            <pc:docMk/>
            <pc:sldMk cId="0" sldId="341"/>
            <ac:spMk id="998" creationId="{00000000-0000-0000-0000-000000000000}"/>
          </ac:spMkLst>
        </pc:spChg>
        <pc:spChg chg="del mod">
          <ac:chgData name="Anand Joshi" userId="95fe61d518940c13" providerId="LiveId" clId="{355AF23D-3069-5A6E-9D79-8603334FB955}" dt="2026-01-27T04:57:05.402" v="6066" actId="478"/>
          <ac:spMkLst>
            <pc:docMk/>
            <pc:sldMk cId="0" sldId="341"/>
            <ac:spMk id="999" creationId="{00000000-0000-0000-0000-000000000000}"/>
          </ac:spMkLst>
        </pc:spChg>
        <pc:picChg chg="mod">
          <ac:chgData name="Anand Joshi" userId="95fe61d518940c13" providerId="LiveId" clId="{355AF23D-3069-5A6E-9D79-8603334FB955}" dt="2026-01-27T04:57:11.969" v="6068" actId="1076"/>
          <ac:picMkLst>
            <pc:docMk/>
            <pc:sldMk cId="0" sldId="341"/>
            <ac:picMk id="997" creationId="{00000000-0000-0000-0000-000000000000}"/>
          </ac:picMkLst>
        </pc:picChg>
      </pc:sldChg>
      <pc:sldChg chg="add del ord">
        <pc:chgData name="Anand Joshi" userId="95fe61d518940c13" providerId="LiveId" clId="{355AF23D-3069-5A6E-9D79-8603334FB955}" dt="2026-01-27T05:00:30.331" v="6133" actId="2696"/>
        <pc:sldMkLst>
          <pc:docMk/>
          <pc:sldMk cId="0" sldId="342"/>
        </pc:sldMkLst>
      </pc:sldChg>
      <pc:sldChg chg="addSp modSp add mod ord setBg modNotes">
        <pc:chgData name="Anand Joshi" userId="95fe61d518940c13" providerId="LiveId" clId="{355AF23D-3069-5A6E-9D79-8603334FB955}" dt="2026-01-27T05:01:32.777" v="6154" actId="403"/>
        <pc:sldMkLst>
          <pc:docMk/>
          <pc:sldMk cId="0" sldId="344"/>
        </pc:sldMkLst>
        <pc:spChg chg="add mod">
          <ac:chgData name="Anand Joshi" userId="95fe61d518940c13" providerId="LiveId" clId="{355AF23D-3069-5A6E-9D79-8603334FB955}" dt="2026-01-27T05:01:32.777" v="6154" actId="403"/>
          <ac:spMkLst>
            <pc:docMk/>
            <pc:sldMk cId="0" sldId="344"/>
            <ac:spMk id="2" creationId="{B27F19EF-41E7-EE2D-FCB2-6231A490416A}"/>
          </ac:spMkLst>
        </pc:spChg>
        <pc:spChg chg="mod">
          <ac:chgData name="Anand Joshi" userId="95fe61d518940c13" providerId="LiveId" clId="{355AF23D-3069-5A6E-9D79-8603334FB955}" dt="2026-01-27T05:01:18.948" v="6140" actId="27636"/>
          <ac:spMkLst>
            <pc:docMk/>
            <pc:sldMk cId="0" sldId="344"/>
            <ac:spMk id="1026" creationId="{00000000-0000-0000-0000-000000000000}"/>
          </ac:spMkLst>
        </pc:spChg>
      </pc:sldChg>
      <pc:sldChg chg="addSp modSp add mod ord">
        <pc:chgData name="Anand Joshi" userId="95fe61d518940c13" providerId="LiveId" clId="{355AF23D-3069-5A6E-9D79-8603334FB955}" dt="2026-01-27T05:02:04.031" v="6171" actId="403"/>
        <pc:sldMkLst>
          <pc:docMk/>
          <pc:sldMk cId="0" sldId="345"/>
        </pc:sldMkLst>
        <pc:spChg chg="add mod">
          <ac:chgData name="Anand Joshi" userId="95fe61d518940c13" providerId="LiveId" clId="{355AF23D-3069-5A6E-9D79-8603334FB955}" dt="2026-01-27T05:02:04.031" v="6171" actId="403"/>
          <ac:spMkLst>
            <pc:docMk/>
            <pc:sldMk cId="0" sldId="345"/>
            <ac:spMk id="2" creationId="{18B5B2EA-2398-CC81-4FC0-A24C65D7B9C3}"/>
          </ac:spMkLst>
        </pc:spChg>
        <pc:spChg chg="mod">
          <ac:chgData name="Anand Joshi" userId="95fe61d518940c13" providerId="LiveId" clId="{355AF23D-3069-5A6E-9D79-8603334FB955}" dt="2026-01-27T05:01:52.747" v="6159" actId="27636"/>
          <ac:spMkLst>
            <pc:docMk/>
            <pc:sldMk cId="0" sldId="345"/>
            <ac:spMk id="1034" creationId="{00000000-0000-0000-0000-000000000000}"/>
          </ac:spMkLst>
        </pc:spChg>
      </pc:sldChg>
      <pc:sldChg chg="addSp modSp add mod ord">
        <pc:chgData name="Anand Joshi" userId="95fe61d518940c13" providerId="LiveId" clId="{355AF23D-3069-5A6E-9D79-8603334FB955}" dt="2026-01-27T05:02:39.285" v="6186" actId="1076"/>
        <pc:sldMkLst>
          <pc:docMk/>
          <pc:sldMk cId="0" sldId="346"/>
        </pc:sldMkLst>
        <pc:spChg chg="add mod">
          <ac:chgData name="Anand Joshi" userId="95fe61d518940c13" providerId="LiveId" clId="{355AF23D-3069-5A6E-9D79-8603334FB955}" dt="2026-01-27T05:02:39.285" v="6186" actId="1076"/>
          <ac:spMkLst>
            <pc:docMk/>
            <pc:sldMk cId="0" sldId="346"/>
            <ac:spMk id="2" creationId="{F4236E4F-760C-BA25-64A1-B6C537D1777D}"/>
          </ac:spMkLst>
        </pc:spChg>
        <pc:spChg chg="mod">
          <ac:chgData name="Anand Joshi" userId="95fe61d518940c13" providerId="LiveId" clId="{355AF23D-3069-5A6E-9D79-8603334FB955}" dt="2026-01-27T05:02:33.691" v="6176" actId="27636"/>
          <ac:spMkLst>
            <pc:docMk/>
            <pc:sldMk cId="0" sldId="346"/>
            <ac:spMk id="1041" creationId="{00000000-0000-0000-0000-000000000000}"/>
          </ac:spMkLst>
        </pc:spChg>
      </pc:sldChg>
      <pc:sldChg chg="modSp add del mod ord">
        <pc:chgData name="Anand Joshi" userId="95fe61d518940c13" providerId="LiveId" clId="{355AF23D-3069-5A6E-9D79-8603334FB955}" dt="2026-01-27T05:23:23.201" v="7094" actId="2696"/>
        <pc:sldMkLst>
          <pc:docMk/>
          <pc:sldMk cId="0" sldId="347"/>
        </pc:sldMkLst>
      </pc:sldChg>
      <pc:sldChg chg="add del">
        <pc:chgData name="Anand Joshi" userId="95fe61d518940c13" providerId="LiveId" clId="{355AF23D-3069-5A6E-9D79-8603334FB955}" dt="2026-01-27T05:24:30.090" v="7115" actId="2696"/>
        <pc:sldMkLst>
          <pc:docMk/>
          <pc:sldMk cId="475787163" sldId="347"/>
        </pc:sldMkLst>
      </pc:sldChg>
      <pc:sldChg chg="add ord">
        <pc:chgData name="Anand Joshi" userId="95fe61d518940c13" providerId="LiveId" clId="{355AF23D-3069-5A6E-9D79-8603334FB955}" dt="2026-01-28T02:11:30.115" v="8382" actId="20578"/>
        <pc:sldMkLst>
          <pc:docMk/>
          <pc:sldMk cId="2025103288" sldId="347"/>
        </pc:sldMkLst>
      </pc:sldChg>
      <pc:sldChg chg="modSp add mod">
        <pc:chgData name="Anand Joshi" userId="95fe61d518940c13" providerId="LiveId" clId="{355AF23D-3069-5A6E-9D79-8603334FB955}" dt="2025-12-31T21:43:47.955" v="2956" actId="27636"/>
        <pc:sldMkLst>
          <pc:docMk/>
          <pc:sldMk cId="4076309662" sldId="348"/>
        </pc:sldMkLst>
        <pc:spChg chg="mod">
          <ac:chgData name="Anand Joshi" userId="95fe61d518940c13" providerId="LiveId" clId="{355AF23D-3069-5A6E-9D79-8603334FB955}" dt="2025-12-31T21:43:47.955" v="2956" actId="27636"/>
          <ac:spMkLst>
            <pc:docMk/>
            <pc:sldMk cId="4076309662" sldId="348"/>
            <ac:spMk id="926" creationId="{A8793D0B-FFD1-8A09-D6F3-55B31C6A83F4}"/>
          </ac:spMkLst>
        </pc:spChg>
      </pc:sldChg>
      <pc:sldChg chg="modSp add mod">
        <pc:chgData name="Anand Joshi" userId="95fe61d518940c13" providerId="LiveId" clId="{355AF23D-3069-5A6E-9D79-8603334FB955}" dt="2026-01-27T05:16:27.866" v="6595" actId="122"/>
        <pc:sldMkLst>
          <pc:docMk/>
          <pc:sldMk cId="3333110937" sldId="349"/>
        </pc:sldMkLst>
        <pc:spChg chg="mod">
          <ac:chgData name="Anand Joshi" userId="95fe61d518940c13" providerId="LiveId" clId="{355AF23D-3069-5A6E-9D79-8603334FB955}" dt="2026-01-27T05:16:27.866" v="6595" actId="122"/>
          <ac:spMkLst>
            <pc:docMk/>
            <pc:sldMk cId="3333110937" sldId="349"/>
            <ac:spMk id="926" creationId="{41B81D2D-5AF6-BFD4-382F-44329E442C37}"/>
          </ac:spMkLst>
        </pc:spChg>
      </pc:sldChg>
      <pc:sldChg chg="modSp new mod">
        <pc:chgData name="Anand Joshi" userId="95fe61d518940c13" providerId="LiveId" clId="{355AF23D-3069-5A6E-9D79-8603334FB955}" dt="2026-01-27T05:19:16.105" v="7042" actId="20577"/>
        <pc:sldMkLst>
          <pc:docMk/>
          <pc:sldMk cId="48940904" sldId="350"/>
        </pc:sldMkLst>
        <pc:spChg chg="mod">
          <ac:chgData name="Anand Joshi" userId="95fe61d518940c13" providerId="LiveId" clId="{355AF23D-3069-5A6E-9D79-8603334FB955}" dt="2026-01-27T05:19:16.105" v="7042" actId="20577"/>
          <ac:spMkLst>
            <pc:docMk/>
            <pc:sldMk cId="48940904" sldId="350"/>
            <ac:spMk id="2" creationId="{B9265E5F-2A83-AC63-FE9A-D1027FAA5AE3}"/>
          </ac:spMkLst>
        </pc:spChg>
        <pc:spChg chg="mod">
          <ac:chgData name="Anand Joshi" userId="95fe61d518940c13" providerId="LiveId" clId="{355AF23D-3069-5A6E-9D79-8603334FB955}" dt="2026-01-03T15:30:08.463" v="3031" actId="122"/>
          <ac:spMkLst>
            <pc:docMk/>
            <pc:sldMk cId="48940904" sldId="350"/>
            <ac:spMk id="3" creationId="{A7A5701B-0FE5-829D-B70D-F575977709CC}"/>
          </ac:spMkLst>
        </pc:spChg>
      </pc:sldChg>
      <pc:sldChg chg="modSp add mod">
        <pc:chgData name="Anand Joshi" userId="95fe61d518940c13" providerId="LiveId" clId="{355AF23D-3069-5A6E-9D79-8603334FB955}" dt="2026-01-03T15:29:57.952" v="3029" actId="20577"/>
        <pc:sldMkLst>
          <pc:docMk/>
          <pc:sldMk cId="4093925012" sldId="351"/>
        </pc:sldMkLst>
        <pc:spChg chg="mod">
          <ac:chgData name="Anand Joshi" userId="95fe61d518940c13" providerId="LiveId" clId="{355AF23D-3069-5A6E-9D79-8603334FB955}" dt="2026-01-03T15:29:57.952" v="3029" actId="20577"/>
          <ac:spMkLst>
            <pc:docMk/>
            <pc:sldMk cId="4093925012" sldId="351"/>
            <ac:spMk id="926" creationId="{72607A87-E3E6-8982-89D4-BFCEE95CA5E3}"/>
          </ac:spMkLst>
        </pc:spChg>
      </pc:sldChg>
      <pc:sldChg chg="modSp new mod">
        <pc:chgData name="Anand Joshi" userId="95fe61d518940c13" providerId="LiveId" clId="{355AF23D-3069-5A6E-9D79-8603334FB955}" dt="2026-01-03T15:32:44.647" v="3321" actId="20577"/>
        <pc:sldMkLst>
          <pc:docMk/>
          <pc:sldMk cId="2911195678" sldId="352"/>
        </pc:sldMkLst>
        <pc:spChg chg="mod">
          <ac:chgData name="Anand Joshi" userId="95fe61d518940c13" providerId="LiveId" clId="{355AF23D-3069-5A6E-9D79-8603334FB955}" dt="2026-01-03T15:32:38.460" v="3311" actId="20577"/>
          <ac:spMkLst>
            <pc:docMk/>
            <pc:sldMk cId="2911195678" sldId="352"/>
            <ac:spMk id="2" creationId="{7BD05470-9DD6-E869-8E6E-3ECD9CA935AF}"/>
          </ac:spMkLst>
        </pc:spChg>
        <pc:spChg chg="mod">
          <ac:chgData name="Anand Joshi" userId="95fe61d518940c13" providerId="LiveId" clId="{355AF23D-3069-5A6E-9D79-8603334FB955}" dt="2026-01-03T15:32:44.647" v="3321" actId="20577"/>
          <ac:spMkLst>
            <pc:docMk/>
            <pc:sldMk cId="2911195678" sldId="352"/>
            <ac:spMk id="3" creationId="{5CD49D55-5C42-6209-2569-7C834A651623}"/>
          </ac:spMkLst>
        </pc:spChg>
      </pc:sldChg>
      <pc:sldChg chg="addSp delSp modSp new mod">
        <pc:chgData name="Anand Joshi" userId="95fe61d518940c13" providerId="LiveId" clId="{355AF23D-3069-5A6E-9D79-8603334FB955}" dt="2026-01-27T05:33:34.291" v="7212" actId="27636"/>
        <pc:sldMkLst>
          <pc:docMk/>
          <pc:sldMk cId="3539931417" sldId="353"/>
        </pc:sldMkLst>
        <pc:spChg chg="mod">
          <ac:chgData name="Anand Joshi" userId="95fe61d518940c13" providerId="LiveId" clId="{355AF23D-3069-5A6E-9D79-8603334FB955}" dt="2026-01-03T15:43:12.425" v="3642" actId="20577"/>
          <ac:spMkLst>
            <pc:docMk/>
            <pc:sldMk cId="3539931417" sldId="353"/>
            <ac:spMk id="2" creationId="{88FE2417-E338-622C-D29C-4FDFD8265C0F}"/>
          </ac:spMkLst>
        </pc:spChg>
        <pc:spChg chg="mod">
          <ac:chgData name="Anand Joshi" userId="95fe61d518940c13" providerId="LiveId" clId="{355AF23D-3069-5A6E-9D79-8603334FB955}" dt="2026-01-27T05:33:34.291" v="7212" actId="27636"/>
          <ac:spMkLst>
            <pc:docMk/>
            <pc:sldMk cId="3539931417" sldId="353"/>
            <ac:spMk id="3" creationId="{6D50F3CA-CDFD-BABD-E693-BE16903FACD0}"/>
          </ac:spMkLst>
        </pc:spChg>
      </pc:sldChg>
      <pc:sldChg chg="modSp add mod">
        <pc:chgData name="Anand Joshi" userId="95fe61d518940c13" providerId="LiveId" clId="{355AF23D-3069-5A6E-9D79-8603334FB955}" dt="2026-01-27T05:34:31.849" v="7224" actId="20577"/>
        <pc:sldMkLst>
          <pc:docMk/>
          <pc:sldMk cId="3692386796" sldId="354"/>
        </pc:sldMkLst>
        <pc:spChg chg="mod">
          <ac:chgData name="Anand Joshi" userId="95fe61d518940c13" providerId="LiveId" clId="{355AF23D-3069-5A6E-9D79-8603334FB955}" dt="2026-01-03T15:43:30.061" v="3657" actId="20577"/>
          <ac:spMkLst>
            <pc:docMk/>
            <pc:sldMk cId="3692386796" sldId="354"/>
            <ac:spMk id="2" creationId="{54CFBCF4-BDC7-F67A-6717-E3817C169EF2}"/>
          </ac:spMkLst>
        </pc:spChg>
        <pc:spChg chg="mod">
          <ac:chgData name="Anand Joshi" userId="95fe61d518940c13" providerId="LiveId" clId="{355AF23D-3069-5A6E-9D79-8603334FB955}" dt="2026-01-27T05:34:31.849" v="7224" actId="20577"/>
          <ac:spMkLst>
            <pc:docMk/>
            <pc:sldMk cId="3692386796" sldId="354"/>
            <ac:spMk id="3" creationId="{5E8CD1BD-CAAA-9786-EC0A-2362086377E2}"/>
          </ac:spMkLst>
        </pc:spChg>
      </pc:sldChg>
      <pc:sldChg chg="addSp delSp modSp add mod">
        <pc:chgData name="Anand Joshi" userId="95fe61d518940c13" providerId="LiveId" clId="{355AF23D-3069-5A6E-9D79-8603334FB955}" dt="2026-01-27T05:35:12.209" v="7240" actId="113"/>
        <pc:sldMkLst>
          <pc:docMk/>
          <pc:sldMk cId="1822449190" sldId="355"/>
        </pc:sldMkLst>
        <pc:spChg chg="mod">
          <ac:chgData name="Anand Joshi" userId="95fe61d518940c13" providerId="LiveId" clId="{355AF23D-3069-5A6E-9D79-8603334FB955}" dt="2026-01-03T15:45:18.360" v="3688" actId="20577"/>
          <ac:spMkLst>
            <pc:docMk/>
            <pc:sldMk cId="1822449190" sldId="355"/>
            <ac:spMk id="2" creationId="{307CEEA2-E973-EE22-7E81-33FB2EC2CB8E}"/>
          </ac:spMkLst>
        </pc:spChg>
        <pc:spChg chg="mod">
          <ac:chgData name="Anand Joshi" userId="95fe61d518940c13" providerId="LiveId" clId="{355AF23D-3069-5A6E-9D79-8603334FB955}" dt="2026-01-27T05:35:12.209" v="7240" actId="113"/>
          <ac:spMkLst>
            <pc:docMk/>
            <pc:sldMk cId="1822449190" sldId="355"/>
            <ac:spMk id="3" creationId="{2B9E8581-E9A7-06A4-3E98-9E7EB4ACD065}"/>
          </ac:spMkLst>
        </pc:spChg>
      </pc:sldChg>
      <pc:sldChg chg="modSp new mod">
        <pc:chgData name="Anand Joshi" userId="95fe61d518940c13" providerId="LiveId" clId="{355AF23D-3069-5A6E-9D79-8603334FB955}" dt="2026-01-03T15:48:05.174" v="3724" actId="20577"/>
        <pc:sldMkLst>
          <pc:docMk/>
          <pc:sldMk cId="1235528398" sldId="356"/>
        </pc:sldMkLst>
        <pc:spChg chg="mod">
          <ac:chgData name="Anand Joshi" userId="95fe61d518940c13" providerId="LiveId" clId="{355AF23D-3069-5A6E-9D79-8603334FB955}" dt="2026-01-03T15:48:03.597" v="3723" actId="20577"/>
          <ac:spMkLst>
            <pc:docMk/>
            <pc:sldMk cId="1235528398" sldId="356"/>
            <ac:spMk id="2" creationId="{62E46825-415D-A456-4781-81464A72EF9E}"/>
          </ac:spMkLst>
        </pc:spChg>
        <pc:spChg chg="mod">
          <ac:chgData name="Anand Joshi" userId="95fe61d518940c13" providerId="LiveId" clId="{355AF23D-3069-5A6E-9D79-8603334FB955}" dt="2026-01-03T15:48:05.174" v="3724" actId="20577"/>
          <ac:spMkLst>
            <pc:docMk/>
            <pc:sldMk cId="1235528398" sldId="356"/>
            <ac:spMk id="3" creationId="{A03E1599-AB6B-E2A1-13AC-C4F4B2E53E57}"/>
          </ac:spMkLst>
        </pc:spChg>
      </pc:sldChg>
      <pc:sldChg chg="modSp add mod">
        <pc:chgData name="Anand Joshi" userId="95fe61d518940c13" providerId="LiveId" clId="{355AF23D-3069-5A6E-9D79-8603334FB955}" dt="2026-01-03T15:52:28.547" v="3821" actId="15"/>
        <pc:sldMkLst>
          <pc:docMk/>
          <pc:sldMk cId="3345698499" sldId="357"/>
        </pc:sldMkLst>
        <pc:spChg chg="mod">
          <ac:chgData name="Anand Joshi" userId="95fe61d518940c13" providerId="LiveId" clId="{355AF23D-3069-5A6E-9D79-8603334FB955}" dt="2026-01-03T15:50:52.266" v="3784" actId="20577"/>
          <ac:spMkLst>
            <pc:docMk/>
            <pc:sldMk cId="3345698499" sldId="357"/>
            <ac:spMk id="2" creationId="{F1C9C459-7965-D059-7AB1-4BB3948D480E}"/>
          </ac:spMkLst>
        </pc:spChg>
        <pc:spChg chg="mod">
          <ac:chgData name="Anand Joshi" userId="95fe61d518940c13" providerId="LiveId" clId="{355AF23D-3069-5A6E-9D79-8603334FB955}" dt="2026-01-03T15:52:28.547" v="3821" actId="15"/>
          <ac:spMkLst>
            <pc:docMk/>
            <pc:sldMk cId="3345698499" sldId="357"/>
            <ac:spMk id="3" creationId="{CF8C92A1-9B08-DCBE-7556-2F2AA9412ACF}"/>
          </ac:spMkLst>
        </pc:spChg>
      </pc:sldChg>
      <pc:sldChg chg="modSp new del mod">
        <pc:chgData name="Anand Joshi" userId="95fe61d518940c13" providerId="LiveId" clId="{355AF23D-3069-5A6E-9D79-8603334FB955}" dt="2026-01-28T02:06:54.029" v="8380" actId="2696"/>
        <pc:sldMkLst>
          <pc:docMk/>
          <pc:sldMk cId="3205154083" sldId="358"/>
        </pc:sldMkLst>
        <pc:spChg chg="mod">
          <ac:chgData name="Anand Joshi" userId="95fe61d518940c13" providerId="LiveId" clId="{355AF23D-3069-5A6E-9D79-8603334FB955}" dt="2026-01-27T15:01:15.004" v="7975" actId="20577"/>
          <ac:spMkLst>
            <pc:docMk/>
            <pc:sldMk cId="3205154083" sldId="358"/>
            <ac:spMk id="3" creationId="{174BD935-F279-FCD6-7997-1C33DCCF3F79}"/>
          </ac:spMkLst>
        </pc:spChg>
      </pc:sldChg>
      <pc:sldChg chg="modSp add mod">
        <pc:chgData name="Anand Joshi" userId="95fe61d518940c13" providerId="LiveId" clId="{355AF23D-3069-5A6E-9D79-8603334FB955}" dt="2026-01-03T16:05:02.661" v="4117" actId="20577"/>
        <pc:sldMkLst>
          <pc:docMk/>
          <pc:sldMk cId="380700119" sldId="359"/>
        </pc:sldMkLst>
        <pc:spChg chg="mod">
          <ac:chgData name="Anand Joshi" userId="95fe61d518940c13" providerId="LiveId" clId="{355AF23D-3069-5A6E-9D79-8603334FB955}" dt="2026-01-03T16:05:02.661" v="4117" actId="20577"/>
          <ac:spMkLst>
            <pc:docMk/>
            <pc:sldMk cId="380700119" sldId="359"/>
            <ac:spMk id="823" creationId="{EB279864-D4F8-2544-13E0-2F96B5FC0271}"/>
          </ac:spMkLst>
        </pc:spChg>
        <pc:spChg chg="mod">
          <ac:chgData name="Anand Joshi" userId="95fe61d518940c13" providerId="LiveId" clId="{355AF23D-3069-5A6E-9D79-8603334FB955}" dt="2026-01-03T16:04:49.808" v="4114" actId="313"/>
          <ac:spMkLst>
            <pc:docMk/>
            <pc:sldMk cId="380700119" sldId="359"/>
            <ac:spMk id="824" creationId="{C7F09AC1-FC1B-9D24-EA20-68BBCD34561B}"/>
          </ac:spMkLst>
        </pc:spChg>
      </pc:sldChg>
      <pc:sldChg chg="modSp new del mod">
        <pc:chgData name="Anand Joshi" userId="95fe61d518940c13" providerId="LiveId" clId="{355AF23D-3069-5A6E-9D79-8603334FB955}" dt="2026-01-27T14:58:43.818" v="7653" actId="2696"/>
        <pc:sldMkLst>
          <pc:docMk/>
          <pc:sldMk cId="1448519620" sldId="360"/>
        </pc:sldMkLst>
      </pc:sldChg>
      <pc:sldChg chg="modSp new mod ord">
        <pc:chgData name="Anand Joshi" userId="95fe61d518940c13" providerId="LiveId" clId="{355AF23D-3069-5A6E-9D79-8603334FB955}" dt="2026-01-28T02:05:21.192" v="8371" actId="20578"/>
        <pc:sldMkLst>
          <pc:docMk/>
          <pc:sldMk cId="2849637400" sldId="361"/>
        </pc:sldMkLst>
        <pc:spChg chg="mod">
          <ac:chgData name="Anand Joshi" userId="95fe61d518940c13" providerId="LiveId" clId="{355AF23D-3069-5A6E-9D79-8603334FB955}" dt="2026-01-05T06:17:26.958" v="4152" actId="20577"/>
          <ac:spMkLst>
            <pc:docMk/>
            <pc:sldMk cId="2849637400" sldId="361"/>
            <ac:spMk id="2" creationId="{C6D0B9D4-A183-5827-9C36-CA1D22DB7C30}"/>
          </ac:spMkLst>
        </pc:spChg>
      </pc:sldChg>
      <pc:sldChg chg="modSp new del mod">
        <pc:chgData name="Anand Joshi" userId="95fe61d518940c13" providerId="LiveId" clId="{355AF23D-3069-5A6E-9D79-8603334FB955}" dt="2026-01-28T02:06:35.778" v="8378" actId="2696"/>
        <pc:sldMkLst>
          <pc:docMk/>
          <pc:sldMk cId="2596720899" sldId="362"/>
        </pc:sldMkLst>
      </pc:sldChg>
      <pc:sldChg chg="modSp new mod ord">
        <pc:chgData name="Anand Joshi" userId="95fe61d518940c13" providerId="LiveId" clId="{355AF23D-3069-5A6E-9D79-8603334FB955}" dt="2026-01-28T02:05:21.192" v="8371" actId="20578"/>
        <pc:sldMkLst>
          <pc:docMk/>
          <pc:sldMk cId="4366746" sldId="363"/>
        </pc:sldMkLst>
        <pc:spChg chg="mod">
          <ac:chgData name="Anand Joshi" userId="95fe61d518940c13" providerId="LiveId" clId="{355AF23D-3069-5A6E-9D79-8603334FB955}" dt="2026-01-07T02:26:46.357" v="4192" actId="20577"/>
          <ac:spMkLst>
            <pc:docMk/>
            <pc:sldMk cId="4366746" sldId="363"/>
            <ac:spMk id="2" creationId="{A9F5D166-6EB9-A413-F61C-4E2693477F8F}"/>
          </ac:spMkLst>
        </pc:spChg>
        <pc:spChg chg="mod">
          <ac:chgData name="Anand Joshi" userId="95fe61d518940c13" providerId="LiveId" clId="{355AF23D-3069-5A6E-9D79-8603334FB955}" dt="2026-01-27T14:56:14.536" v="7468" actId="14"/>
          <ac:spMkLst>
            <pc:docMk/>
            <pc:sldMk cId="4366746" sldId="363"/>
            <ac:spMk id="3" creationId="{C148FB5C-A395-D701-5A43-81AC41D3B5F5}"/>
          </ac:spMkLst>
        </pc:spChg>
      </pc:sldChg>
      <pc:sldChg chg="addSp modSp new mod ord">
        <pc:chgData name="Anand Joshi" userId="95fe61d518940c13" providerId="LiveId" clId="{355AF23D-3069-5A6E-9D79-8603334FB955}" dt="2026-01-28T02:15:10.805" v="8433" actId="20577"/>
        <pc:sldMkLst>
          <pc:docMk/>
          <pc:sldMk cId="2018302670" sldId="364"/>
        </pc:sldMkLst>
        <pc:spChg chg="mod">
          <ac:chgData name="Anand Joshi" userId="95fe61d518940c13" providerId="LiveId" clId="{355AF23D-3069-5A6E-9D79-8603334FB955}" dt="2026-01-27T14:56:39.559" v="7516" actId="20577"/>
          <ac:spMkLst>
            <pc:docMk/>
            <pc:sldMk cId="2018302670" sldId="364"/>
            <ac:spMk id="2" creationId="{39E520EF-3F34-9567-59E6-0FB8CBF99F5E}"/>
          </ac:spMkLst>
        </pc:spChg>
        <pc:spChg chg="mod">
          <ac:chgData name="Anand Joshi" userId="95fe61d518940c13" providerId="LiveId" clId="{355AF23D-3069-5A6E-9D79-8603334FB955}" dt="2026-01-28T02:15:10.805" v="8433" actId="20577"/>
          <ac:spMkLst>
            <pc:docMk/>
            <pc:sldMk cId="2018302670" sldId="364"/>
            <ac:spMk id="3" creationId="{30721392-8F7D-1E4F-30E7-69A351B54586}"/>
          </ac:spMkLst>
        </pc:spChg>
        <pc:spChg chg="add mod">
          <ac:chgData name="Anand Joshi" userId="95fe61d518940c13" providerId="LiveId" clId="{355AF23D-3069-5A6E-9D79-8603334FB955}" dt="2026-01-28T02:14:54.485" v="8414" actId="1076"/>
          <ac:spMkLst>
            <pc:docMk/>
            <pc:sldMk cId="2018302670" sldId="364"/>
            <ac:spMk id="4" creationId="{4DAC1744-CD4A-A599-B128-F21D9FB61A47}"/>
          </ac:spMkLst>
        </pc:spChg>
      </pc:sldChg>
      <pc:sldChg chg="modSp new del mod ord">
        <pc:chgData name="Anand Joshi" userId="95fe61d518940c13" providerId="LiveId" clId="{355AF23D-3069-5A6E-9D79-8603334FB955}" dt="2026-01-28T02:15:27.261" v="8434" actId="2696"/>
        <pc:sldMkLst>
          <pc:docMk/>
          <pc:sldMk cId="1070967285" sldId="365"/>
        </pc:sldMkLst>
        <pc:spChg chg="mod">
          <ac:chgData name="Anand Joshi" userId="95fe61d518940c13" providerId="LiveId" clId="{355AF23D-3069-5A6E-9D79-8603334FB955}" dt="2026-01-07T02:30:59.363" v="4231" actId="20577"/>
          <ac:spMkLst>
            <pc:docMk/>
            <pc:sldMk cId="1070967285" sldId="365"/>
            <ac:spMk id="2" creationId="{51EB087D-14A2-510E-DD76-F1040D50285B}"/>
          </ac:spMkLst>
        </pc:spChg>
        <pc:spChg chg="mod">
          <ac:chgData name="Anand Joshi" userId="95fe61d518940c13" providerId="LiveId" clId="{355AF23D-3069-5A6E-9D79-8603334FB955}" dt="2026-01-07T02:31:02.480" v="4233" actId="20577"/>
          <ac:spMkLst>
            <pc:docMk/>
            <pc:sldMk cId="1070967285" sldId="365"/>
            <ac:spMk id="3" creationId="{B1CA51E7-5370-2E26-11D8-721AAADCA2EB}"/>
          </ac:spMkLst>
        </pc:spChg>
      </pc:sldChg>
      <pc:sldChg chg="modSp new mod">
        <pc:chgData name="Anand Joshi" userId="95fe61d518940c13" providerId="LiveId" clId="{355AF23D-3069-5A6E-9D79-8603334FB955}" dt="2026-01-27T04:36:43.953" v="5086" actId="403"/>
        <pc:sldMkLst>
          <pc:docMk/>
          <pc:sldMk cId="2517700368" sldId="366"/>
        </pc:sldMkLst>
        <pc:spChg chg="mod">
          <ac:chgData name="Anand Joshi" userId="95fe61d518940c13" providerId="LiveId" clId="{355AF23D-3069-5A6E-9D79-8603334FB955}" dt="2026-01-27T04:35:52.822" v="4945" actId="20577"/>
          <ac:spMkLst>
            <pc:docMk/>
            <pc:sldMk cId="2517700368" sldId="366"/>
            <ac:spMk id="2" creationId="{64B4EB53-A6FF-897A-726D-770E1336182B}"/>
          </ac:spMkLst>
        </pc:spChg>
        <pc:spChg chg="mod">
          <ac:chgData name="Anand Joshi" userId="95fe61d518940c13" providerId="LiveId" clId="{355AF23D-3069-5A6E-9D79-8603334FB955}" dt="2026-01-27T04:36:43.953" v="5086" actId="403"/>
          <ac:spMkLst>
            <pc:docMk/>
            <pc:sldMk cId="2517700368" sldId="366"/>
            <ac:spMk id="3" creationId="{9E67E899-8D17-9239-C84E-DBDD74313CEB}"/>
          </ac:spMkLst>
        </pc:spChg>
      </pc:sldChg>
      <pc:sldChg chg="modSp new mod">
        <pc:chgData name="Anand Joshi" userId="95fe61d518940c13" providerId="LiveId" clId="{355AF23D-3069-5A6E-9D79-8603334FB955}" dt="2026-01-27T04:59:43.013" v="6132" actId="20577"/>
        <pc:sldMkLst>
          <pc:docMk/>
          <pc:sldMk cId="80981493" sldId="367"/>
        </pc:sldMkLst>
        <pc:spChg chg="mod">
          <ac:chgData name="Anand Joshi" userId="95fe61d518940c13" providerId="LiveId" clId="{355AF23D-3069-5A6E-9D79-8603334FB955}" dt="2026-01-27T04:48:45.666" v="5882" actId="20577"/>
          <ac:spMkLst>
            <pc:docMk/>
            <pc:sldMk cId="80981493" sldId="367"/>
            <ac:spMk id="2" creationId="{26255B10-2CCC-921A-A88F-56468E7DD354}"/>
          </ac:spMkLst>
        </pc:spChg>
        <pc:spChg chg="mod">
          <ac:chgData name="Anand Joshi" userId="95fe61d518940c13" providerId="LiveId" clId="{355AF23D-3069-5A6E-9D79-8603334FB955}" dt="2026-01-27T04:59:43.013" v="6132" actId="20577"/>
          <ac:spMkLst>
            <pc:docMk/>
            <pc:sldMk cId="80981493" sldId="367"/>
            <ac:spMk id="3" creationId="{CBACB185-48E3-A4F3-A222-C43F23621134}"/>
          </ac:spMkLst>
        </pc:spChg>
      </pc:sldChg>
      <pc:sldChg chg="addSp delSp modSp new mod">
        <pc:chgData name="Anand Joshi" userId="95fe61d518940c13" providerId="LiveId" clId="{355AF23D-3069-5A6E-9D79-8603334FB955}" dt="2026-01-27T04:59:09.123" v="6079" actId="1076"/>
        <pc:sldMkLst>
          <pc:docMk/>
          <pc:sldMk cId="4273073736" sldId="368"/>
        </pc:sldMkLst>
        <pc:spChg chg="mod">
          <ac:chgData name="Anand Joshi" userId="95fe61d518940c13" providerId="LiveId" clId="{355AF23D-3069-5A6E-9D79-8603334FB955}" dt="2026-01-27T04:58:03.527" v="6070"/>
          <ac:spMkLst>
            <pc:docMk/>
            <pc:sldMk cId="4273073736" sldId="368"/>
            <ac:spMk id="2" creationId="{1E182763-9CA4-6F45-673E-AFAA32E73779}"/>
          </ac:spMkLst>
        </pc:spChg>
        <pc:spChg chg="del">
          <ac:chgData name="Anand Joshi" userId="95fe61d518940c13" providerId="LiveId" clId="{355AF23D-3069-5A6E-9D79-8603334FB955}" dt="2026-01-27T04:58:06.011" v="6071" actId="478"/>
          <ac:spMkLst>
            <pc:docMk/>
            <pc:sldMk cId="4273073736" sldId="368"/>
            <ac:spMk id="3" creationId="{3C566929-0F89-C22F-B329-4E1AA8D4CE0C}"/>
          </ac:spMkLst>
        </pc:spChg>
        <pc:picChg chg="add mod">
          <ac:chgData name="Anand Joshi" userId="95fe61d518940c13" providerId="LiveId" clId="{355AF23D-3069-5A6E-9D79-8603334FB955}" dt="2026-01-27T04:59:09.123" v="6079" actId="1076"/>
          <ac:picMkLst>
            <pc:docMk/>
            <pc:sldMk cId="4273073736" sldId="368"/>
            <ac:picMk id="5" creationId="{A47C41B2-BFF6-1F3E-17C5-2EDC4F7F34C0}"/>
          </ac:picMkLst>
        </pc:picChg>
      </pc:sldChg>
      <pc:sldChg chg="modSp new del mod">
        <pc:chgData name="Anand Joshi" userId="95fe61d518940c13" providerId="LiveId" clId="{355AF23D-3069-5A6E-9D79-8603334FB955}" dt="2026-01-27T05:12:17.373" v="6507" actId="2696"/>
        <pc:sldMkLst>
          <pc:docMk/>
          <pc:sldMk cId="6066436" sldId="369"/>
        </pc:sldMkLst>
        <pc:spChg chg="mod">
          <ac:chgData name="Anand Joshi" userId="95fe61d518940c13" providerId="LiveId" clId="{355AF23D-3069-5A6E-9D79-8603334FB955}" dt="2026-01-27T05:11:58.848" v="6506" actId="20577"/>
          <ac:spMkLst>
            <pc:docMk/>
            <pc:sldMk cId="6066436" sldId="369"/>
            <ac:spMk id="2" creationId="{F473D338-9195-F632-D1E8-165D93BA4FCC}"/>
          </ac:spMkLst>
        </pc:spChg>
      </pc:sldChg>
      <pc:sldChg chg="modSp new mod">
        <pc:chgData name="Anand Joshi" userId="95fe61d518940c13" providerId="LiveId" clId="{355AF23D-3069-5A6E-9D79-8603334FB955}" dt="2026-01-27T05:19:04.901" v="7041" actId="20577"/>
        <pc:sldMkLst>
          <pc:docMk/>
          <pc:sldMk cId="4253344308" sldId="369"/>
        </pc:sldMkLst>
        <pc:spChg chg="mod">
          <ac:chgData name="Anand Joshi" userId="95fe61d518940c13" providerId="LiveId" clId="{355AF23D-3069-5A6E-9D79-8603334FB955}" dt="2026-01-27T05:16:57.604" v="6649" actId="27636"/>
          <ac:spMkLst>
            <pc:docMk/>
            <pc:sldMk cId="4253344308" sldId="369"/>
            <ac:spMk id="2" creationId="{78154BE8-CA54-A3E7-0F06-08C3FF0A9256}"/>
          </ac:spMkLst>
        </pc:spChg>
        <pc:spChg chg="mod">
          <ac:chgData name="Anand Joshi" userId="95fe61d518940c13" providerId="LiveId" clId="{355AF23D-3069-5A6E-9D79-8603334FB955}" dt="2026-01-27T05:19:04.901" v="7041" actId="20577"/>
          <ac:spMkLst>
            <pc:docMk/>
            <pc:sldMk cId="4253344308" sldId="369"/>
            <ac:spMk id="3" creationId="{C9862229-503A-526E-63C3-FAD4AF7A0521}"/>
          </ac:spMkLst>
        </pc:spChg>
      </pc:sldChg>
      <pc:sldChg chg="modSp add mod">
        <pc:chgData name="Anand Joshi" userId="95fe61d518940c13" providerId="LiveId" clId="{355AF23D-3069-5A6E-9D79-8603334FB955}" dt="2026-01-27T05:21:46.497" v="7093" actId="20577"/>
        <pc:sldMkLst>
          <pc:docMk/>
          <pc:sldMk cId="3085333591" sldId="370"/>
        </pc:sldMkLst>
        <pc:spChg chg="mod">
          <ac:chgData name="Anand Joshi" userId="95fe61d518940c13" providerId="LiveId" clId="{355AF23D-3069-5A6E-9D79-8603334FB955}" dt="2026-01-27T05:21:46.497" v="7093" actId="20577"/>
          <ac:spMkLst>
            <pc:docMk/>
            <pc:sldMk cId="3085333591" sldId="370"/>
            <ac:spMk id="926" creationId="{C0A86B45-805F-71BD-9D89-5C4CAE5FC8CB}"/>
          </ac:spMkLst>
        </pc:spChg>
      </pc:sldChg>
      <pc:sldChg chg="addSp delSp modSp new mod setBg addAnim">
        <pc:chgData name="Anand Joshi" userId="95fe61d518940c13" providerId="LiveId" clId="{355AF23D-3069-5A6E-9D79-8603334FB955}" dt="2026-01-27T05:27:09.599" v="7122"/>
        <pc:sldMkLst>
          <pc:docMk/>
          <pc:sldMk cId="3796646442" sldId="371"/>
        </pc:sldMkLst>
        <pc:spChg chg="mod">
          <ac:chgData name="Anand Joshi" userId="95fe61d518940c13" providerId="LiveId" clId="{355AF23D-3069-5A6E-9D79-8603334FB955}" dt="2026-01-27T05:27:09.595" v="7121" actId="26606"/>
          <ac:spMkLst>
            <pc:docMk/>
            <pc:sldMk cId="3796646442" sldId="371"/>
            <ac:spMk id="2" creationId="{66A87B9B-017C-DD1C-811A-C6E6B46A18CF}"/>
          </ac:spMkLst>
        </pc:spChg>
        <pc:spChg chg="del">
          <ac:chgData name="Anand Joshi" userId="95fe61d518940c13" providerId="LiveId" clId="{355AF23D-3069-5A6E-9D79-8603334FB955}" dt="2026-01-27T05:26:51.461" v="7117" actId="478"/>
          <ac:spMkLst>
            <pc:docMk/>
            <pc:sldMk cId="3796646442" sldId="371"/>
            <ac:spMk id="3" creationId="{C21096C2-6A24-45A8-F680-8AB7066B2291}"/>
          </ac:spMkLst>
        </pc:spChg>
        <pc:spChg chg="add">
          <ac:chgData name="Anand Joshi" userId="95fe61d518940c13" providerId="LiveId" clId="{355AF23D-3069-5A6E-9D79-8603334FB955}" dt="2026-01-27T05:27:09.595" v="7121" actId="26606"/>
          <ac:spMkLst>
            <pc:docMk/>
            <pc:sldMk cId="3796646442" sldId="371"/>
            <ac:spMk id="10" creationId="{774A975B-A886-5202-0489-6965514A0D14}"/>
          </ac:spMkLst>
        </pc:spChg>
        <pc:spChg chg="add">
          <ac:chgData name="Anand Joshi" userId="95fe61d518940c13" providerId="LiveId" clId="{355AF23D-3069-5A6E-9D79-8603334FB955}" dt="2026-01-27T05:27:09.595" v="7121" actId="26606"/>
          <ac:spMkLst>
            <pc:docMk/>
            <pc:sldMk cId="3796646442" sldId="371"/>
            <ac:spMk id="12" creationId="{EA67E988-5919-57BB-C7DE-D3EAD38A3045}"/>
          </ac:spMkLst>
        </pc:spChg>
        <pc:spChg chg="add">
          <ac:chgData name="Anand Joshi" userId="95fe61d518940c13" providerId="LiveId" clId="{355AF23D-3069-5A6E-9D79-8603334FB955}" dt="2026-01-27T05:27:09.595" v="7121" actId="26606"/>
          <ac:spMkLst>
            <pc:docMk/>
            <pc:sldMk cId="3796646442" sldId="371"/>
            <ac:spMk id="14" creationId="{956C5C09-0043-4549-B800-2101B70D667D}"/>
          </ac:spMkLst>
        </pc:spChg>
        <pc:spChg chg="add">
          <ac:chgData name="Anand Joshi" userId="95fe61d518940c13" providerId="LiveId" clId="{355AF23D-3069-5A6E-9D79-8603334FB955}" dt="2026-01-27T05:27:09.595" v="7121" actId="26606"/>
          <ac:spMkLst>
            <pc:docMk/>
            <pc:sldMk cId="3796646442" sldId="371"/>
            <ac:spMk id="16" creationId="{B2C335F7-F61C-4EB4-80F2-4B1438FE66BB}"/>
          </ac:spMkLst>
        </pc:spChg>
        <pc:picChg chg="add mod">
          <ac:chgData name="Anand Joshi" userId="95fe61d518940c13" providerId="LiveId" clId="{355AF23D-3069-5A6E-9D79-8603334FB955}" dt="2026-01-27T05:27:09.595" v="7121" actId="26606"/>
          <ac:picMkLst>
            <pc:docMk/>
            <pc:sldMk cId="3796646442" sldId="371"/>
            <ac:picMk id="5" creationId="{5C192299-4727-D920-6A25-C366AE02E893}"/>
          </ac:picMkLst>
        </pc:picChg>
      </pc:sldChg>
      <pc:sldChg chg="addSp delSp modSp new mod setBg">
        <pc:chgData name="Anand Joshi" userId="95fe61d518940c13" providerId="LiveId" clId="{355AF23D-3069-5A6E-9D79-8603334FB955}" dt="2026-01-27T05:30:01.635" v="7151" actId="27614"/>
        <pc:sldMkLst>
          <pc:docMk/>
          <pc:sldMk cId="478502092" sldId="372"/>
        </pc:sldMkLst>
        <pc:spChg chg="mod">
          <ac:chgData name="Anand Joshi" userId="95fe61d518940c13" providerId="LiveId" clId="{355AF23D-3069-5A6E-9D79-8603334FB955}" dt="2026-01-27T05:29:58.245" v="7150" actId="26606"/>
          <ac:spMkLst>
            <pc:docMk/>
            <pc:sldMk cId="478502092" sldId="372"/>
            <ac:spMk id="2" creationId="{D6096606-7860-86D4-F9EB-725C34706BE0}"/>
          </ac:spMkLst>
        </pc:spChg>
        <pc:spChg chg="del">
          <ac:chgData name="Anand Joshi" userId="95fe61d518940c13" providerId="LiveId" clId="{355AF23D-3069-5A6E-9D79-8603334FB955}" dt="2026-01-27T05:29:11.769" v="7124" actId="931"/>
          <ac:spMkLst>
            <pc:docMk/>
            <pc:sldMk cId="478502092" sldId="372"/>
            <ac:spMk id="3" creationId="{AF165C86-FE00-6AE2-C1CB-EB9FD8565E0F}"/>
          </ac:spMkLst>
        </pc:spChg>
        <pc:spChg chg="add del">
          <ac:chgData name="Anand Joshi" userId="95fe61d518940c13" providerId="LiveId" clId="{355AF23D-3069-5A6E-9D79-8603334FB955}" dt="2026-01-27T05:29:55.981" v="7149" actId="931"/>
          <ac:spMkLst>
            <pc:docMk/>
            <pc:sldMk cId="478502092" sldId="372"/>
            <ac:spMk id="9" creationId="{DB6BA7FA-DDE3-2E28-3671-17BE059BF318}"/>
          </ac:spMkLst>
        </pc:spChg>
        <pc:spChg chg="add del">
          <ac:chgData name="Anand Joshi" userId="95fe61d518940c13" providerId="LiveId" clId="{355AF23D-3069-5A6E-9D79-8603334FB955}" dt="2026-01-27T05:29:58.245" v="7150" actId="26606"/>
          <ac:spMkLst>
            <pc:docMk/>
            <pc:sldMk cId="478502092" sldId="372"/>
            <ac:spMk id="12" creationId="{175EAFFD-4A47-DD53-4F76-BD457E18BF1F}"/>
          </ac:spMkLst>
        </pc:spChg>
        <pc:spChg chg="add del">
          <ac:chgData name="Anand Joshi" userId="95fe61d518940c13" providerId="LiveId" clId="{355AF23D-3069-5A6E-9D79-8603334FB955}" dt="2026-01-27T05:29:58.245" v="7150" actId="26606"/>
          <ac:spMkLst>
            <pc:docMk/>
            <pc:sldMk cId="478502092" sldId="372"/>
            <ac:spMk id="14" creationId="{7CC1FECC-9CA4-341C-7E20-4728C5147389}"/>
          </ac:spMkLst>
        </pc:spChg>
        <pc:spChg chg="add">
          <ac:chgData name="Anand Joshi" userId="95fe61d518940c13" providerId="LiveId" clId="{355AF23D-3069-5A6E-9D79-8603334FB955}" dt="2026-01-27T05:29:58.245" v="7150" actId="26606"/>
          <ac:spMkLst>
            <pc:docMk/>
            <pc:sldMk cId="478502092" sldId="372"/>
            <ac:spMk id="19" creationId="{774A975B-A886-5202-0489-6965514A0D14}"/>
          </ac:spMkLst>
        </pc:spChg>
        <pc:spChg chg="add">
          <ac:chgData name="Anand Joshi" userId="95fe61d518940c13" providerId="LiveId" clId="{355AF23D-3069-5A6E-9D79-8603334FB955}" dt="2026-01-27T05:29:58.245" v="7150" actId="26606"/>
          <ac:spMkLst>
            <pc:docMk/>
            <pc:sldMk cId="478502092" sldId="372"/>
            <ac:spMk id="21" creationId="{EA67E988-5919-57BB-C7DE-D3EAD38A3045}"/>
          </ac:spMkLst>
        </pc:spChg>
        <pc:spChg chg="add">
          <ac:chgData name="Anand Joshi" userId="95fe61d518940c13" providerId="LiveId" clId="{355AF23D-3069-5A6E-9D79-8603334FB955}" dt="2026-01-27T05:29:58.245" v="7150" actId="26606"/>
          <ac:spMkLst>
            <pc:docMk/>
            <pc:sldMk cId="478502092" sldId="372"/>
            <ac:spMk id="23" creationId="{5820888B-4EA5-E0E8-6D52-7733E1E77451}"/>
          </ac:spMkLst>
        </pc:spChg>
        <pc:spChg chg="add">
          <ac:chgData name="Anand Joshi" userId="95fe61d518940c13" providerId="LiveId" clId="{355AF23D-3069-5A6E-9D79-8603334FB955}" dt="2026-01-27T05:29:58.245" v="7150" actId="26606"/>
          <ac:spMkLst>
            <pc:docMk/>
            <pc:sldMk cId="478502092" sldId="372"/>
            <ac:spMk id="25" creationId="{06B5A8BF-0680-F9A7-27B1-3971EC934783}"/>
          </ac:spMkLst>
        </pc:spChg>
        <pc:picChg chg="add del mod">
          <ac:chgData name="Anand Joshi" userId="95fe61d518940c13" providerId="LiveId" clId="{355AF23D-3069-5A6E-9D79-8603334FB955}" dt="2026-01-27T05:29:47.736" v="7148" actId="478"/>
          <ac:picMkLst>
            <pc:docMk/>
            <pc:sldMk cId="478502092" sldId="372"/>
            <ac:picMk id="5" creationId="{B7AA224F-12AF-3C9C-6FD1-A7BFFD77E058}"/>
          </ac:picMkLst>
        </pc:picChg>
        <pc:picChg chg="add mod">
          <ac:chgData name="Anand Joshi" userId="95fe61d518940c13" providerId="LiveId" clId="{355AF23D-3069-5A6E-9D79-8603334FB955}" dt="2026-01-27T05:30:01.635" v="7151" actId="27614"/>
          <ac:picMkLst>
            <pc:docMk/>
            <pc:sldMk cId="478502092" sldId="372"/>
            <ac:picMk id="7" creationId="{CBAB5F15-5977-5961-7EAF-6CE86BAC6762}"/>
          </ac:picMkLst>
        </pc:picChg>
      </pc:sldChg>
      <pc:sldChg chg="addSp delSp modSp new mod setBg">
        <pc:chgData name="Anand Joshi" userId="95fe61d518940c13" providerId="LiveId" clId="{355AF23D-3069-5A6E-9D79-8603334FB955}" dt="2026-01-27T05:31:01.784" v="7171" actId="26606"/>
        <pc:sldMkLst>
          <pc:docMk/>
          <pc:sldMk cId="1727306261" sldId="373"/>
        </pc:sldMkLst>
        <pc:spChg chg="mod">
          <ac:chgData name="Anand Joshi" userId="95fe61d518940c13" providerId="LiveId" clId="{355AF23D-3069-5A6E-9D79-8603334FB955}" dt="2026-01-27T05:31:01.784" v="7171" actId="26606"/>
          <ac:spMkLst>
            <pc:docMk/>
            <pc:sldMk cId="1727306261" sldId="373"/>
            <ac:spMk id="2" creationId="{B22EF5CA-8CF8-0967-41BD-4AC30566C99D}"/>
          </ac:spMkLst>
        </pc:spChg>
        <pc:spChg chg="del">
          <ac:chgData name="Anand Joshi" userId="95fe61d518940c13" providerId="LiveId" clId="{355AF23D-3069-5A6E-9D79-8603334FB955}" dt="2026-01-27T05:30:46.440" v="7166" actId="478"/>
          <ac:spMkLst>
            <pc:docMk/>
            <pc:sldMk cId="1727306261" sldId="373"/>
            <ac:spMk id="3" creationId="{D7D10C74-C204-5902-7AA2-10C2AE6FD99C}"/>
          </ac:spMkLst>
        </pc:spChg>
        <pc:spChg chg="add">
          <ac:chgData name="Anand Joshi" userId="95fe61d518940c13" providerId="LiveId" clId="{355AF23D-3069-5A6E-9D79-8603334FB955}" dt="2026-01-27T05:31:01.784" v="7171" actId="26606"/>
          <ac:spMkLst>
            <pc:docMk/>
            <pc:sldMk cId="1727306261" sldId="373"/>
            <ac:spMk id="10" creationId="{774A975B-A886-5202-0489-6965514A0D14}"/>
          </ac:spMkLst>
        </pc:spChg>
        <pc:spChg chg="add">
          <ac:chgData name="Anand Joshi" userId="95fe61d518940c13" providerId="LiveId" clId="{355AF23D-3069-5A6E-9D79-8603334FB955}" dt="2026-01-27T05:31:01.784" v="7171" actId="26606"/>
          <ac:spMkLst>
            <pc:docMk/>
            <pc:sldMk cId="1727306261" sldId="373"/>
            <ac:spMk id="12" creationId="{EA67E988-5919-57BB-C7DE-D3EAD38A3045}"/>
          </ac:spMkLst>
        </pc:spChg>
        <pc:spChg chg="add">
          <ac:chgData name="Anand Joshi" userId="95fe61d518940c13" providerId="LiveId" clId="{355AF23D-3069-5A6E-9D79-8603334FB955}" dt="2026-01-27T05:31:01.784" v="7171" actId="26606"/>
          <ac:spMkLst>
            <pc:docMk/>
            <pc:sldMk cId="1727306261" sldId="373"/>
            <ac:spMk id="14" creationId="{FAF3766F-DEF3-4802-BB0D-7A18EDD9704F}"/>
          </ac:spMkLst>
        </pc:spChg>
        <pc:spChg chg="add">
          <ac:chgData name="Anand Joshi" userId="95fe61d518940c13" providerId="LiveId" clId="{355AF23D-3069-5A6E-9D79-8603334FB955}" dt="2026-01-27T05:31:01.784" v="7171" actId="26606"/>
          <ac:spMkLst>
            <pc:docMk/>
            <pc:sldMk cId="1727306261" sldId="373"/>
            <ac:spMk id="16" creationId="{B2C335F7-F61C-4EB4-80F2-4B1438FE66BB}"/>
          </ac:spMkLst>
        </pc:spChg>
        <pc:spChg chg="add">
          <ac:chgData name="Anand Joshi" userId="95fe61d518940c13" providerId="LiveId" clId="{355AF23D-3069-5A6E-9D79-8603334FB955}" dt="2026-01-27T05:31:01.784" v="7171" actId="26606"/>
          <ac:spMkLst>
            <pc:docMk/>
            <pc:sldMk cId="1727306261" sldId="373"/>
            <ac:spMk id="18" creationId="{E4C7F386-A972-9ED7-C153-F0E50968255B}"/>
          </ac:spMkLst>
        </pc:spChg>
        <pc:picChg chg="add mod">
          <ac:chgData name="Anand Joshi" userId="95fe61d518940c13" providerId="LiveId" clId="{355AF23D-3069-5A6E-9D79-8603334FB955}" dt="2026-01-27T05:31:01.784" v="7171" actId="26606"/>
          <ac:picMkLst>
            <pc:docMk/>
            <pc:sldMk cId="1727306261" sldId="373"/>
            <ac:picMk id="5" creationId="{67150669-572E-A919-B73A-4AEDA0E96ED4}"/>
          </ac:picMkLst>
        </pc:picChg>
      </pc:sldChg>
      <pc:sldChg chg="addSp delSp modSp new mod setBg">
        <pc:chgData name="Anand Joshi" userId="95fe61d518940c13" providerId="LiveId" clId="{355AF23D-3069-5A6E-9D79-8603334FB955}" dt="2026-01-27T05:32:20.650" v="7198" actId="26606"/>
        <pc:sldMkLst>
          <pc:docMk/>
          <pc:sldMk cId="2857934901" sldId="374"/>
        </pc:sldMkLst>
        <pc:spChg chg="mod">
          <ac:chgData name="Anand Joshi" userId="95fe61d518940c13" providerId="LiveId" clId="{355AF23D-3069-5A6E-9D79-8603334FB955}" dt="2026-01-27T05:32:20.650" v="7198" actId="26606"/>
          <ac:spMkLst>
            <pc:docMk/>
            <pc:sldMk cId="2857934901" sldId="374"/>
            <ac:spMk id="2" creationId="{AFA6134C-BF74-45A4-9CAE-D7F3D69E1234}"/>
          </ac:spMkLst>
        </pc:spChg>
        <pc:spChg chg="del">
          <ac:chgData name="Anand Joshi" userId="95fe61d518940c13" providerId="LiveId" clId="{355AF23D-3069-5A6E-9D79-8603334FB955}" dt="2026-01-27T05:32:09.581" v="7194" actId="478"/>
          <ac:spMkLst>
            <pc:docMk/>
            <pc:sldMk cId="2857934901" sldId="374"/>
            <ac:spMk id="3" creationId="{9A7051A2-3023-9E6A-ED86-2EA1B3110D71}"/>
          </ac:spMkLst>
        </pc:spChg>
        <pc:spChg chg="add">
          <ac:chgData name="Anand Joshi" userId="95fe61d518940c13" providerId="LiveId" clId="{355AF23D-3069-5A6E-9D79-8603334FB955}" dt="2026-01-27T05:32:20.650" v="7198" actId="26606"/>
          <ac:spMkLst>
            <pc:docMk/>
            <pc:sldMk cId="2857934901" sldId="374"/>
            <ac:spMk id="10" creationId="{774A975B-A886-5202-0489-6965514A0D14}"/>
          </ac:spMkLst>
        </pc:spChg>
        <pc:spChg chg="add">
          <ac:chgData name="Anand Joshi" userId="95fe61d518940c13" providerId="LiveId" clId="{355AF23D-3069-5A6E-9D79-8603334FB955}" dt="2026-01-27T05:32:20.650" v="7198" actId="26606"/>
          <ac:spMkLst>
            <pc:docMk/>
            <pc:sldMk cId="2857934901" sldId="374"/>
            <ac:spMk id="12" creationId="{EA67E988-5919-57BB-C7DE-D3EAD38A3045}"/>
          </ac:spMkLst>
        </pc:spChg>
        <pc:spChg chg="add">
          <ac:chgData name="Anand Joshi" userId="95fe61d518940c13" providerId="LiveId" clId="{355AF23D-3069-5A6E-9D79-8603334FB955}" dt="2026-01-27T05:32:20.650" v="7198" actId="26606"/>
          <ac:spMkLst>
            <pc:docMk/>
            <pc:sldMk cId="2857934901" sldId="374"/>
            <ac:spMk id="14" creationId="{FAF3766F-DEF3-4802-BB0D-7A18EDD9704F}"/>
          </ac:spMkLst>
        </pc:spChg>
        <pc:spChg chg="add">
          <ac:chgData name="Anand Joshi" userId="95fe61d518940c13" providerId="LiveId" clId="{355AF23D-3069-5A6E-9D79-8603334FB955}" dt="2026-01-27T05:32:20.650" v="7198" actId="26606"/>
          <ac:spMkLst>
            <pc:docMk/>
            <pc:sldMk cId="2857934901" sldId="374"/>
            <ac:spMk id="16" creationId="{D91952F0-771E-D2ED-C333-EEED6708B80C}"/>
          </ac:spMkLst>
        </pc:spChg>
        <pc:spChg chg="add">
          <ac:chgData name="Anand Joshi" userId="95fe61d518940c13" providerId="LiveId" clId="{355AF23D-3069-5A6E-9D79-8603334FB955}" dt="2026-01-27T05:32:20.650" v="7198" actId="26606"/>
          <ac:spMkLst>
            <pc:docMk/>
            <pc:sldMk cId="2857934901" sldId="374"/>
            <ac:spMk id="18" creationId="{3FB6D83C-2377-9CAD-A991-9E0B6AF25067}"/>
          </ac:spMkLst>
        </pc:spChg>
        <pc:picChg chg="add mod">
          <ac:chgData name="Anand Joshi" userId="95fe61d518940c13" providerId="LiveId" clId="{355AF23D-3069-5A6E-9D79-8603334FB955}" dt="2026-01-27T05:32:20.650" v="7198" actId="26606"/>
          <ac:picMkLst>
            <pc:docMk/>
            <pc:sldMk cId="2857934901" sldId="374"/>
            <ac:picMk id="5" creationId="{0D3719B0-3BA3-3F0B-7B12-DEC3F7FB508C}"/>
          </ac:picMkLst>
        </pc:picChg>
      </pc:sldChg>
      <pc:sldChg chg="modSp add del mod">
        <pc:chgData name="Anand Joshi" userId="95fe61d518940c13" providerId="LiveId" clId="{355AF23D-3069-5A6E-9D79-8603334FB955}" dt="2026-01-28T02:06:27.382" v="8372" actId="2696"/>
        <pc:sldMkLst>
          <pc:docMk/>
          <pc:sldMk cId="2450645645" sldId="375"/>
        </pc:sldMkLst>
        <pc:spChg chg="mod">
          <ac:chgData name="Anand Joshi" userId="95fe61d518940c13" providerId="LiveId" clId="{355AF23D-3069-5A6E-9D79-8603334FB955}" dt="2026-01-27T05:36:05.995" v="7290" actId="20577"/>
          <ac:spMkLst>
            <pc:docMk/>
            <pc:sldMk cId="2450645645" sldId="375"/>
            <ac:spMk id="926" creationId="{89E3D910-0079-6500-07FC-667D9BC14CEA}"/>
          </ac:spMkLst>
        </pc:spChg>
      </pc:sldChg>
      <pc:sldChg chg="modSp new del mod">
        <pc:chgData name="Anand Joshi" userId="95fe61d518940c13" providerId="LiveId" clId="{355AF23D-3069-5A6E-9D79-8603334FB955}" dt="2026-01-28T02:06:27.387" v="8376" actId="2696"/>
        <pc:sldMkLst>
          <pc:docMk/>
          <pc:sldMk cId="1733232051" sldId="376"/>
        </pc:sldMkLst>
        <pc:spChg chg="mod">
          <ac:chgData name="Anand Joshi" userId="95fe61d518940c13" providerId="LiveId" clId="{355AF23D-3069-5A6E-9D79-8603334FB955}" dt="2026-01-27T05:36:20.687" v="7322" actId="20577"/>
          <ac:spMkLst>
            <pc:docMk/>
            <pc:sldMk cId="1733232051" sldId="376"/>
            <ac:spMk id="2" creationId="{736E6851-DDFE-9BA3-EC30-ACD19B7207A4}"/>
          </ac:spMkLst>
        </pc:spChg>
      </pc:sldChg>
      <pc:sldChg chg="modSp add del mod">
        <pc:chgData name="Anand Joshi" userId="95fe61d518940c13" providerId="LiveId" clId="{355AF23D-3069-5A6E-9D79-8603334FB955}" dt="2026-01-28T02:06:27.386" v="8375" actId="2696"/>
        <pc:sldMkLst>
          <pc:docMk/>
          <pc:sldMk cId="623003940" sldId="377"/>
        </pc:sldMkLst>
        <pc:spChg chg="mod">
          <ac:chgData name="Anand Joshi" userId="95fe61d518940c13" providerId="LiveId" clId="{355AF23D-3069-5A6E-9D79-8603334FB955}" dt="2026-01-27T05:36:29.967" v="7335" actId="20577"/>
          <ac:spMkLst>
            <pc:docMk/>
            <pc:sldMk cId="623003940" sldId="377"/>
            <ac:spMk id="2" creationId="{663A4FD6-751C-EB83-31ED-BBF6F543FF6C}"/>
          </ac:spMkLst>
        </pc:spChg>
      </pc:sldChg>
      <pc:sldChg chg="modSp add del mod">
        <pc:chgData name="Anand Joshi" userId="95fe61d518940c13" providerId="LiveId" clId="{355AF23D-3069-5A6E-9D79-8603334FB955}" dt="2026-01-28T02:06:27.388" v="8377" actId="2696"/>
        <pc:sldMkLst>
          <pc:docMk/>
          <pc:sldMk cId="824860002" sldId="378"/>
        </pc:sldMkLst>
        <pc:spChg chg="mod">
          <ac:chgData name="Anand Joshi" userId="95fe61d518940c13" providerId="LiveId" clId="{355AF23D-3069-5A6E-9D79-8603334FB955}" dt="2026-01-27T05:36:36.257" v="7344" actId="20577"/>
          <ac:spMkLst>
            <pc:docMk/>
            <pc:sldMk cId="824860002" sldId="378"/>
            <ac:spMk id="2" creationId="{857439A2-191F-9E80-4C00-EC0A0DD1D8D7}"/>
          </ac:spMkLst>
        </pc:spChg>
      </pc:sldChg>
      <pc:sldChg chg="modSp add del mod">
        <pc:chgData name="Anand Joshi" userId="95fe61d518940c13" providerId="LiveId" clId="{355AF23D-3069-5A6E-9D79-8603334FB955}" dt="2026-01-28T02:06:27.385" v="8374" actId="2696"/>
        <pc:sldMkLst>
          <pc:docMk/>
          <pc:sldMk cId="819458196" sldId="379"/>
        </pc:sldMkLst>
        <pc:spChg chg="mod">
          <ac:chgData name="Anand Joshi" userId="95fe61d518940c13" providerId="LiveId" clId="{355AF23D-3069-5A6E-9D79-8603334FB955}" dt="2026-01-27T05:36:46.712" v="7370" actId="20577"/>
          <ac:spMkLst>
            <pc:docMk/>
            <pc:sldMk cId="819458196" sldId="379"/>
            <ac:spMk id="2" creationId="{5B889B2A-0540-F535-6A69-18F74CE75641}"/>
          </ac:spMkLst>
        </pc:spChg>
      </pc:sldChg>
      <pc:sldChg chg="modSp add del mod">
        <pc:chgData name="Anand Joshi" userId="95fe61d518940c13" providerId="LiveId" clId="{355AF23D-3069-5A6E-9D79-8603334FB955}" dt="2026-01-28T02:06:27.384" v="8373" actId="2696"/>
        <pc:sldMkLst>
          <pc:docMk/>
          <pc:sldMk cId="3155406868" sldId="380"/>
        </pc:sldMkLst>
        <pc:spChg chg="mod">
          <ac:chgData name="Anand Joshi" userId="95fe61d518940c13" providerId="LiveId" clId="{355AF23D-3069-5A6E-9D79-8603334FB955}" dt="2026-01-27T05:36:53.527" v="7382" actId="20577"/>
          <ac:spMkLst>
            <pc:docMk/>
            <pc:sldMk cId="3155406868" sldId="380"/>
            <ac:spMk id="2" creationId="{7626F546-2972-580F-6295-17505653F2EB}"/>
          </ac:spMkLst>
        </pc:spChg>
      </pc:sldChg>
      <pc:sldChg chg="modSp add mod ord">
        <pc:chgData name="Anand Joshi" userId="95fe61d518940c13" providerId="LiveId" clId="{355AF23D-3069-5A6E-9D79-8603334FB955}" dt="2026-01-28T02:05:21.192" v="8371" actId="20578"/>
        <pc:sldMkLst>
          <pc:docMk/>
          <pc:sldMk cId="3147605712" sldId="381"/>
        </pc:sldMkLst>
        <pc:spChg chg="mod">
          <ac:chgData name="Anand Joshi" userId="95fe61d518940c13" providerId="LiveId" clId="{355AF23D-3069-5A6E-9D79-8603334FB955}" dt="2026-01-27T05:37:37.143" v="7431" actId="20577"/>
          <ac:spMkLst>
            <pc:docMk/>
            <pc:sldMk cId="3147605712" sldId="381"/>
            <ac:spMk id="926" creationId="{463F624E-F4F8-5463-2231-DB43E13622C1}"/>
          </ac:spMkLst>
        </pc:spChg>
      </pc:sldChg>
      <pc:sldChg chg="modSp new mod">
        <pc:chgData name="Anand Joshi" userId="95fe61d518940c13" providerId="LiveId" clId="{355AF23D-3069-5A6E-9D79-8603334FB955}" dt="2026-01-27T15:11:37.051" v="8064" actId="27636"/>
        <pc:sldMkLst>
          <pc:docMk/>
          <pc:sldMk cId="4057198703" sldId="382"/>
        </pc:sldMkLst>
        <pc:spChg chg="mod">
          <ac:chgData name="Anand Joshi" userId="95fe61d518940c13" providerId="LiveId" clId="{355AF23D-3069-5A6E-9D79-8603334FB955}" dt="2026-01-27T15:10:48.682" v="8019" actId="20577"/>
          <ac:spMkLst>
            <pc:docMk/>
            <pc:sldMk cId="4057198703" sldId="382"/>
            <ac:spMk id="2" creationId="{E6CE6276-F8E3-05A4-826E-777A666EC4AE}"/>
          </ac:spMkLst>
        </pc:spChg>
        <pc:spChg chg="mod">
          <ac:chgData name="Anand Joshi" userId="95fe61d518940c13" providerId="LiveId" clId="{355AF23D-3069-5A6E-9D79-8603334FB955}" dt="2026-01-27T15:11:37.051" v="8064" actId="27636"/>
          <ac:spMkLst>
            <pc:docMk/>
            <pc:sldMk cId="4057198703" sldId="382"/>
            <ac:spMk id="3" creationId="{8726FE7C-CCB7-A558-09F8-ED0774FC1C62}"/>
          </ac:spMkLst>
        </pc:spChg>
      </pc:sldChg>
      <pc:sldChg chg="addSp delSp modSp add mod setBg">
        <pc:chgData name="Anand Joshi" userId="95fe61d518940c13" providerId="LiveId" clId="{355AF23D-3069-5A6E-9D79-8603334FB955}" dt="2026-01-27T15:16:19.977" v="8084" actId="26606"/>
        <pc:sldMkLst>
          <pc:docMk/>
          <pc:sldMk cId="0" sldId="383"/>
        </pc:sldMkLst>
        <pc:spChg chg="mod">
          <ac:chgData name="Anand Joshi" userId="95fe61d518940c13" providerId="LiveId" clId="{355AF23D-3069-5A6E-9D79-8603334FB955}" dt="2026-01-27T15:16:19.977" v="8084" actId="26606"/>
          <ac:spMkLst>
            <pc:docMk/>
            <pc:sldMk cId="0" sldId="383"/>
            <ac:spMk id="2" creationId="{00000000-0000-0000-0000-000000000000}"/>
          </ac:spMkLst>
        </pc:spChg>
        <pc:spChg chg="del">
          <ac:chgData name="Anand Joshi" userId="95fe61d518940c13" providerId="LiveId" clId="{355AF23D-3069-5A6E-9D79-8603334FB955}" dt="2026-01-27T15:16:19.977" v="8084" actId="26606"/>
          <ac:spMkLst>
            <pc:docMk/>
            <pc:sldMk cId="0" sldId="383"/>
            <ac:spMk id="3" creationId="{00000000-0000-0000-0000-000000000000}"/>
          </ac:spMkLst>
        </pc:spChg>
        <pc:spChg chg="add">
          <ac:chgData name="Anand Joshi" userId="95fe61d518940c13" providerId="LiveId" clId="{355AF23D-3069-5A6E-9D79-8603334FB955}" dt="2026-01-27T15:16:19.977" v="8084" actId="26606"/>
          <ac:spMkLst>
            <pc:docMk/>
            <pc:sldMk cId="0" sldId="383"/>
            <ac:spMk id="9" creationId="{817D949E-564D-4503-A64E-D22FA3232C29}"/>
          </ac:spMkLst>
        </pc:spChg>
        <pc:spChg chg="add">
          <ac:chgData name="Anand Joshi" userId="95fe61d518940c13" providerId="LiveId" clId="{355AF23D-3069-5A6E-9D79-8603334FB955}" dt="2026-01-27T15:16:19.977" v="8084" actId="26606"/>
          <ac:spMkLst>
            <pc:docMk/>
            <pc:sldMk cId="0" sldId="383"/>
            <ac:spMk id="11" creationId="{92BE0106-0C20-465B-A1BE-0BAC2737B1AD}"/>
          </ac:spMkLst>
        </pc:spChg>
        <pc:spChg chg="add">
          <ac:chgData name="Anand Joshi" userId="95fe61d518940c13" providerId="LiveId" clId="{355AF23D-3069-5A6E-9D79-8603334FB955}" dt="2026-01-27T15:16:19.977" v="8084" actId="26606"/>
          <ac:spMkLst>
            <pc:docMk/>
            <pc:sldMk cId="0" sldId="383"/>
            <ac:spMk id="13" creationId="{851808AB-2943-464C-A710-F2A18D869334}"/>
          </ac:spMkLst>
        </pc:spChg>
        <pc:graphicFrameChg chg="add">
          <ac:chgData name="Anand Joshi" userId="95fe61d518940c13" providerId="LiveId" clId="{355AF23D-3069-5A6E-9D79-8603334FB955}" dt="2026-01-27T15:16:19.977" v="8084" actId="26606"/>
          <ac:graphicFrameMkLst>
            <pc:docMk/>
            <pc:sldMk cId="0" sldId="383"/>
            <ac:graphicFrameMk id="5" creationId="{0073C115-0619-28E1-72A3-AD9B2519D3F7}"/>
          </ac:graphicFrameMkLst>
        </pc:graphicFrameChg>
      </pc:sldChg>
      <pc:sldChg chg="addSp delSp modSp add mod setBg">
        <pc:chgData name="Anand Joshi" userId="95fe61d518940c13" providerId="LiveId" clId="{355AF23D-3069-5A6E-9D79-8603334FB955}" dt="2026-01-27T15:16:37.028" v="8085" actId="26606"/>
        <pc:sldMkLst>
          <pc:docMk/>
          <pc:sldMk cId="0" sldId="384"/>
        </pc:sldMkLst>
        <pc:spChg chg="mod">
          <ac:chgData name="Anand Joshi" userId="95fe61d518940c13" providerId="LiveId" clId="{355AF23D-3069-5A6E-9D79-8603334FB955}" dt="2026-01-27T15:16:37.028" v="8085" actId="26606"/>
          <ac:spMkLst>
            <pc:docMk/>
            <pc:sldMk cId="0" sldId="384"/>
            <ac:spMk id="2" creationId="{00000000-0000-0000-0000-000000000000}"/>
          </ac:spMkLst>
        </pc:spChg>
        <pc:spChg chg="del">
          <ac:chgData name="Anand Joshi" userId="95fe61d518940c13" providerId="LiveId" clId="{355AF23D-3069-5A6E-9D79-8603334FB955}" dt="2026-01-27T15:16:37.028" v="8085" actId="26606"/>
          <ac:spMkLst>
            <pc:docMk/>
            <pc:sldMk cId="0" sldId="384"/>
            <ac:spMk id="3" creationId="{00000000-0000-0000-0000-000000000000}"/>
          </ac:spMkLst>
        </pc:spChg>
        <pc:spChg chg="add">
          <ac:chgData name="Anand Joshi" userId="95fe61d518940c13" providerId="LiveId" clId="{355AF23D-3069-5A6E-9D79-8603334FB955}" dt="2026-01-27T15:16:37.028" v="8085" actId="26606"/>
          <ac:spMkLst>
            <pc:docMk/>
            <pc:sldMk cId="0" sldId="384"/>
            <ac:spMk id="9" creationId="{04213918-F1EB-4BCE-BE23-F5E9851EE05C}"/>
          </ac:spMkLst>
        </pc:spChg>
        <pc:spChg chg="add">
          <ac:chgData name="Anand Joshi" userId="95fe61d518940c13" providerId="LiveId" clId="{355AF23D-3069-5A6E-9D79-8603334FB955}" dt="2026-01-27T15:16:37.028" v="8085" actId="26606"/>
          <ac:spMkLst>
            <pc:docMk/>
            <pc:sldMk cId="0" sldId="384"/>
            <ac:spMk id="11" creationId="{2062E862-C7F7-4CA1-B929-D0B75F5E9FB9}"/>
          </ac:spMkLst>
        </pc:spChg>
        <pc:graphicFrameChg chg="add">
          <ac:chgData name="Anand Joshi" userId="95fe61d518940c13" providerId="LiveId" clId="{355AF23D-3069-5A6E-9D79-8603334FB955}" dt="2026-01-27T15:16:37.028" v="8085" actId="26606"/>
          <ac:graphicFrameMkLst>
            <pc:docMk/>
            <pc:sldMk cId="0" sldId="384"/>
            <ac:graphicFrameMk id="5" creationId="{2877E662-7446-5B1A-6463-81128BEDC465}"/>
          </ac:graphicFrameMkLst>
        </pc:graphicFrameChg>
      </pc:sldChg>
      <pc:sldChg chg="addSp delSp modSp add mod setBg">
        <pc:chgData name="Anand Joshi" userId="95fe61d518940c13" providerId="LiveId" clId="{355AF23D-3069-5A6E-9D79-8603334FB955}" dt="2026-01-27T15:16:58.867" v="8087" actId="26606"/>
        <pc:sldMkLst>
          <pc:docMk/>
          <pc:sldMk cId="0" sldId="385"/>
        </pc:sldMkLst>
        <pc:spChg chg="mod">
          <ac:chgData name="Anand Joshi" userId="95fe61d518940c13" providerId="LiveId" clId="{355AF23D-3069-5A6E-9D79-8603334FB955}" dt="2026-01-27T15:16:58.867" v="8087" actId="26606"/>
          <ac:spMkLst>
            <pc:docMk/>
            <pc:sldMk cId="0" sldId="385"/>
            <ac:spMk id="2" creationId="{00000000-0000-0000-0000-000000000000}"/>
          </ac:spMkLst>
        </pc:spChg>
        <pc:spChg chg="del">
          <ac:chgData name="Anand Joshi" userId="95fe61d518940c13" providerId="LiveId" clId="{355AF23D-3069-5A6E-9D79-8603334FB955}" dt="2026-01-27T15:16:58.867" v="8087" actId="26606"/>
          <ac:spMkLst>
            <pc:docMk/>
            <pc:sldMk cId="0" sldId="385"/>
            <ac:spMk id="3" creationId="{00000000-0000-0000-0000-000000000000}"/>
          </ac:spMkLst>
        </pc:spChg>
        <pc:spChg chg="add">
          <ac:chgData name="Anand Joshi" userId="95fe61d518940c13" providerId="LiveId" clId="{355AF23D-3069-5A6E-9D79-8603334FB955}" dt="2026-01-27T15:16:58.867" v="8087" actId="26606"/>
          <ac:spMkLst>
            <pc:docMk/>
            <pc:sldMk cId="0" sldId="385"/>
            <ac:spMk id="9" creationId="{F420BC5C-C418-4843-B04B-6918968D0982}"/>
          </ac:spMkLst>
        </pc:spChg>
        <pc:spChg chg="add">
          <ac:chgData name="Anand Joshi" userId="95fe61d518940c13" providerId="LiveId" clId="{355AF23D-3069-5A6E-9D79-8603334FB955}" dt="2026-01-27T15:16:58.867" v="8087" actId="26606"/>
          <ac:spMkLst>
            <pc:docMk/>
            <pc:sldMk cId="0" sldId="385"/>
            <ac:spMk id="11" creationId="{04E511C3-750B-AA87-AE51-0FA2069EA0B9}"/>
          </ac:spMkLst>
        </pc:spChg>
        <pc:graphicFrameChg chg="add">
          <ac:chgData name="Anand Joshi" userId="95fe61d518940c13" providerId="LiveId" clId="{355AF23D-3069-5A6E-9D79-8603334FB955}" dt="2026-01-27T15:16:58.867" v="8087" actId="26606"/>
          <ac:graphicFrameMkLst>
            <pc:docMk/>
            <pc:sldMk cId="0" sldId="385"/>
            <ac:graphicFrameMk id="5" creationId="{715A714F-E023-6B91-60AA-2037D93055FF}"/>
          </ac:graphicFrameMkLst>
        </pc:graphicFrameChg>
      </pc:sldChg>
      <pc:sldChg chg="addSp delSp modSp add mod setBg">
        <pc:chgData name="Anand Joshi" userId="95fe61d518940c13" providerId="LiveId" clId="{355AF23D-3069-5A6E-9D79-8603334FB955}" dt="2026-01-27T15:17:41.805" v="8088" actId="26606"/>
        <pc:sldMkLst>
          <pc:docMk/>
          <pc:sldMk cId="0" sldId="386"/>
        </pc:sldMkLst>
        <pc:spChg chg="mod">
          <ac:chgData name="Anand Joshi" userId="95fe61d518940c13" providerId="LiveId" clId="{355AF23D-3069-5A6E-9D79-8603334FB955}" dt="2026-01-27T15:17:41.805" v="8088" actId="26606"/>
          <ac:spMkLst>
            <pc:docMk/>
            <pc:sldMk cId="0" sldId="386"/>
            <ac:spMk id="2" creationId="{00000000-0000-0000-0000-000000000000}"/>
          </ac:spMkLst>
        </pc:spChg>
        <pc:spChg chg="del">
          <ac:chgData name="Anand Joshi" userId="95fe61d518940c13" providerId="LiveId" clId="{355AF23D-3069-5A6E-9D79-8603334FB955}" dt="2026-01-27T15:17:41.805" v="8088" actId="26606"/>
          <ac:spMkLst>
            <pc:docMk/>
            <pc:sldMk cId="0" sldId="386"/>
            <ac:spMk id="3" creationId="{00000000-0000-0000-0000-000000000000}"/>
          </ac:spMkLst>
        </pc:spChg>
        <pc:spChg chg="add">
          <ac:chgData name="Anand Joshi" userId="95fe61d518940c13" providerId="LiveId" clId="{355AF23D-3069-5A6E-9D79-8603334FB955}" dt="2026-01-27T15:17:41.805" v="8088" actId="26606"/>
          <ac:spMkLst>
            <pc:docMk/>
            <pc:sldMk cId="0" sldId="386"/>
            <ac:spMk id="9" creationId="{F420BC5C-C418-4843-B04B-6918968D0982}"/>
          </ac:spMkLst>
        </pc:spChg>
        <pc:spChg chg="add">
          <ac:chgData name="Anand Joshi" userId="95fe61d518940c13" providerId="LiveId" clId="{355AF23D-3069-5A6E-9D79-8603334FB955}" dt="2026-01-27T15:17:41.805" v="8088" actId="26606"/>
          <ac:spMkLst>
            <pc:docMk/>
            <pc:sldMk cId="0" sldId="386"/>
            <ac:spMk id="11" creationId="{04E511C3-750B-AA87-AE51-0FA2069EA0B9}"/>
          </ac:spMkLst>
        </pc:spChg>
        <pc:graphicFrameChg chg="add">
          <ac:chgData name="Anand Joshi" userId="95fe61d518940c13" providerId="LiveId" clId="{355AF23D-3069-5A6E-9D79-8603334FB955}" dt="2026-01-27T15:17:41.805" v="8088" actId="26606"/>
          <ac:graphicFrameMkLst>
            <pc:docMk/>
            <pc:sldMk cId="0" sldId="386"/>
            <ac:graphicFrameMk id="5" creationId="{8DBAF440-7BCA-AEFE-4F8E-E206D5D02971}"/>
          </ac:graphicFrameMkLst>
        </pc:graphicFrameChg>
      </pc:sldChg>
      <pc:sldChg chg="addSp delSp modSp add mod setBg">
        <pc:chgData name="Anand Joshi" userId="95fe61d518940c13" providerId="LiveId" clId="{355AF23D-3069-5A6E-9D79-8603334FB955}" dt="2026-01-27T15:17:52.635" v="8089" actId="26606"/>
        <pc:sldMkLst>
          <pc:docMk/>
          <pc:sldMk cId="0" sldId="387"/>
        </pc:sldMkLst>
        <pc:spChg chg="mod">
          <ac:chgData name="Anand Joshi" userId="95fe61d518940c13" providerId="LiveId" clId="{355AF23D-3069-5A6E-9D79-8603334FB955}" dt="2026-01-27T15:17:52.635" v="8089" actId="26606"/>
          <ac:spMkLst>
            <pc:docMk/>
            <pc:sldMk cId="0" sldId="387"/>
            <ac:spMk id="2" creationId="{00000000-0000-0000-0000-000000000000}"/>
          </ac:spMkLst>
        </pc:spChg>
        <pc:spChg chg="del">
          <ac:chgData name="Anand Joshi" userId="95fe61d518940c13" providerId="LiveId" clId="{355AF23D-3069-5A6E-9D79-8603334FB955}" dt="2026-01-27T15:17:52.635" v="8089" actId="26606"/>
          <ac:spMkLst>
            <pc:docMk/>
            <pc:sldMk cId="0" sldId="387"/>
            <ac:spMk id="3" creationId="{00000000-0000-0000-0000-000000000000}"/>
          </ac:spMkLst>
        </pc:spChg>
        <pc:spChg chg="add">
          <ac:chgData name="Anand Joshi" userId="95fe61d518940c13" providerId="LiveId" clId="{355AF23D-3069-5A6E-9D79-8603334FB955}" dt="2026-01-27T15:17:52.635" v="8089" actId="26606"/>
          <ac:spMkLst>
            <pc:docMk/>
            <pc:sldMk cId="0" sldId="387"/>
            <ac:spMk id="9" creationId="{817D949E-564D-4503-A64E-D22FA3232C29}"/>
          </ac:spMkLst>
        </pc:spChg>
        <pc:spChg chg="add">
          <ac:chgData name="Anand Joshi" userId="95fe61d518940c13" providerId="LiveId" clId="{355AF23D-3069-5A6E-9D79-8603334FB955}" dt="2026-01-27T15:17:52.635" v="8089" actId="26606"/>
          <ac:spMkLst>
            <pc:docMk/>
            <pc:sldMk cId="0" sldId="387"/>
            <ac:spMk id="11" creationId="{92BE0106-0C20-465B-A1BE-0BAC2737B1AD}"/>
          </ac:spMkLst>
        </pc:spChg>
        <pc:spChg chg="add">
          <ac:chgData name="Anand Joshi" userId="95fe61d518940c13" providerId="LiveId" clId="{355AF23D-3069-5A6E-9D79-8603334FB955}" dt="2026-01-27T15:17:52.635" v="8089" actId="26606"/>
          <ac:spMkLst>
            <pc:docMk/>
            <pc:sldMk cId="0" sldId="387"/>
            <ac:spMk id="13" creationId="{851808AB-2943-464C-A710-F2A18D869334}"/>
          </ac:spMkLst>
        </pc:spChg>
        <pc:graphicFrameChg chg="add">
          <ac:chgData name="Anand Joshi" userId="95fe61d518940c13" providerId="LiveId" clId="{355AF23D-3069-5A6E-9D79-8603334FB955}" dt="2026-01-27T15:17:52.635" v="8089" actId="26606"/>
          <ac:graphicFrameMkLst>
            <pc:docMk/>
            <pc:sldMk cId="0" sldId="387"/>
            <ac:graphicFrameMk id="5" creationId="{066446C5-AE1E-130F-D7B1-554E45EAC07D}"/>
          </ac:graphicFrameMkLst>
        </pc:graphicFrameChg>
      </pc:sldChg>
      <pc:sldChg chg="add del">
        <pc:chgData name="Anand Joshi" userId="95fe61d518940c13" providerId="LiveId" clId="{355AF23D-3069-5A6E-9D79-8603334FB955}" dt="2026-01-27T15:18:47.680" v="8126" actId="2696"/>
        <pc:sldMkLst>
          <pc:docMk/>
          <pc:sldMk cId="0" sldId="388"/>
        </pc:sldMkLst>
      </pc:sldChg>
      <pc:sldChg chg="new del">
        <pc:chgData name="Anand Joshi" userId="95fe61d518940c13" providerId="LiveId" clId="{355AF23D-3069-5A6E-9D79-8603334FB955}" dt="2026-01-28T00:19:27.975" v="8264" actId="2696"/>
        <pc:sldMkLst>
          <pc:docMk/>
          <pc:sldMk cId="3191510610" sldId="389"/>
        </pc:sldMkLst>
      </pc:sldChg>
      <pc:sldChg chg="modSp new mod">
        <pc:chgData name="Anand Joshi" userId="95fe61d518940c13" providerId="LiveId" clId="{355AF23D-3069-5A6E-9D79-8603334FB955}" dt="2026-01-28T00:19:39.309" v="8275" actId="20577"/>
        <pc:sldMkLst>
          <pc:docMk/>
          <pc:sldMk cId="1540873246" sldId="390"/>
        </pc:sldMkLst>
        <pc:spChg chg="mod">
          <ac:chgData name="Anand Joshi" userId="95fe61d518940c13" providerId="LiveId" clId="{355AF23D-3069-5A6E-9D79-8603334FB955}" dt="2026-01-28T00:19:39.309" v="8275" actId="20577"/>
          <ac:spMkLst>
            <pc:docMk/>
            <pc:sldMk cId="1540873246" sldId="390"/>
            <ac:spMk id="2" creationId="{AF7503B1-8FBE-225F-A1FC-5BE2B5C92E83}"/>
          </ac:spMkLst>
        </pc:spChg>
      </pc:sldChg>
      <pc:sldChg chg="modSp add mod">
        <pc:chgData name="Anand Joshi" userId="95fe61d518940c13" providerId="LiveId" clId="{355AF23D-3069-5A6E-9D79-8603334FB955}" dt="2026-01-27T15:19:17.617" v="8143" actId="20577"/>
        <pc:sldMkLst>
          <pc:docMk/>
          <pc:sldMk cId="3449577273" sldId="391"/>
        </pc:sldMkLst>
        <pc:spChg chg="mod">
          <ac:chgData name="Anand Joshi" userId="95fe61d518940c13" providerId="LiveId" clId="{355AF23D-3069-5A6E-9D79-8603334FB955}" dt="2026-01-27T15:19:17.617" v="8143" actId="20577"/>
          <ac:spMkLst>
            <pc:docMk/>
            <pc:sldMk cId="3449577273" sldId="391"/>
            <ac:spMk id="2" creationId="{84960940-7707-2121-705B-3891C73AAD89}"/>
          </ac:spMkLst>
        </pc:spChg>
      </pc:sldChg>
      <pc:sldChg chg="modSp add mod ord">
        <pc:chgData name="Anand Joshi" userId="95fe61d518940c13" providerId="LiveId" clId="{355AF23D-3069-5A6E-9D79-8603334FB955}" dt="2026-01-28T00:03:46.515" v="8253" actId="20578"/>
        <pc:sldMkLst>
          <pc:docMk/>
          <pc:sldMk cId="1201862685" sldId="392"/>
        </pc:sldMkLst>
        <pc:spChg chg="mod">
          <ac:chgData name="Anand Joshi" userId="95fe61d518940c13" providerId="LiveId" clId="{355AF23D-3069-5A6E-9D79-8603334FB955}" dt="2026-01-27T15:19:50.199" v="8194" actId="20577"/>
          <ac:spMkLst>
            <pc:docMk/>
            <pc:sldMk cId="1201862685" sldId="392"/>
            <ac:spMk id="2" creationId="{0F132E58-E1C3-6868-5938-615DE30E7493}"/>
          </ac:spMkLst>
        </pc:spChg>
      </pc:sldChg>
      <pc:sldChg chg="delSp modSp add mod">
        <pc:chgData name="Anand Joshi" userId="95fe61d518940c13" providerId="LiveId" clId="{355AF23D-3069-5A6E-9D79-8603334FB955}" dt="2026-01-27T17:19:13.192" v="8252" actId="478"/>
        <pc:sldMkLst>
          <pc:docMk/>
          <pc:sldMk cId="3635971728" sldId="393"/>
        </pc:sldMkLst>
        <pc:spChg chg="mod">
          <ac:chgData name="Anand Joshi" userId="95fe61d518940c13" providerId="LiveId" clId="{355AF23D-3069-5A6E-9D79-8603334FB955}" dt="2026-01-27T15:20:14.068" v="8251" actId="20577"/>
          <ac:spMkLst>
            <pc:docMk/>
            <pc:sldMk cId="3635971728" sldId="393"/>
            <ac:spMk id="2" creationId="{074C029F-DC08-B97D-A797-944677F22787}"/>
          </ac:spMkLst>
        </pc:spChg>
        <pc:spChg chg="del">
          <ac:chgData name="Anand Joshi" userId="95fe61d518940c13" providerId="LiveId" clId="{355AF23D-3069-5A6E-9D79-8603334FB955}" dt="2026-01-27T17:19:13.192" v="8252" actId="478"/>
          <ac:spMkLst>
            <pc:docMk/>
            <pc:sldMk cId="3635971728" sldId="393"/>
            <ac:spMk id="3" creationId="{9252A2B8-8F56-F936-5115-6FFB6E8F37FD}"/>
          </ac:spMkLst>
        </pc:spChg>
      </pc:sldChg>
      <pc:sldChg chg="addSp delSp modSp add mod setBg">
        <pc:chgData name="Anand Joshi" userId="95fe61d518940c13" providerId="LiveId" clId="{355AF23D-3069-5A6E-9D79-8603334FB955}" dt="2026-01-28T00:07:47.067" v="8255" actId="26606"/>
        <pc:sldMkLst>
          <pc:docMk/>
          <pc:sldMk cId="0" sldId="394"/>
        </pc:sldMkLst>
        <pc:spChg chg="mod">
          <ac:chgData name="Anand Joshi" userId="95fe61d518940c13" providerId="LiveId" clId="{355AF23D-3069-5A6E-9D79-8603334FB955}" dt="2026-01-28T00:07:47.067" v="8255" actId="26606"/>
          <ac:spMkLst>
            <pc:docMk/>
            <pc:sldMk cId="0" sldId="394"/>
            <ac:spMk id="2" creationId="{00000000-0000-0000-0000-000000000000}"/>
          </ac:spMkLst>
        </pc:spChg>
        <pc:spChg chg="del">
          <ac:chgData name="Anand Joshi" userId="95fe61d518940c13" providerId="LiveId" clId="{355AF23D-3069-5A6E-9D79-8603334FB955}" dt="2026-01-28T00:07:47.067" v="8255" actId="26606"/>
          <ac:spMkLst>
            <pc:docMk/>
            <pc:sldMk cId="0" sldId="394"/>
            <ac:spMk id="3" creationId="{00000000-0000-0000-0000-000000000000}"/>
          </ac:spMkLst>
        </pc:spChg>
        <pc:spChg chg="add">
          <ac:chgData name="Anand Joshi" userId="95fe61d518940c13" providerId="LiveId" clId="{355AF23D-3069-5A6E-9D79-8603334FB955}" dt="2026-01-28T00:07:47.067" v="8255" actId="26606"/>
          <ac:spMkLst>
            <pc:docMk/>
            <pc:sldMk cId="0" sldId="394"/>
            <ac:spMk id="9" creationId="{817D949E-564D-4503-A64E-D22FA3232C29}"/>
          </ac:spMkLst>
        </pc:spChg>
        <pc:spChg chg="add">
          <ac:chgData name="Anand Joshi" userId="95fe61d518940c13" providerId="LiveId" clId="{355AF23D-3069-5A6E-9D79-8603334FB955}" dt="2026-01-28T00:07:47.067" v="8255" actId="26606"/>
          <ac:spMkLst>
            <pc:docMk/>
            <pc:sldMk cId="0" sldId="394"/>
            <ac:spMk id="11" creationId="{2C8EEB27-9249-8B3A-C8C2-18F9DC480810}"/>
          </ac:spMkLst>
        </pc:spChg>
        <pc:spChg chg="add">
          <ac:chgData name="Anand Joshi" userId="95fe61d518940c13" providerId="LiveId" clId="{355AF23D-3069-5A6E-9D79-8603334FB955}" dt="2026-01-28T00:07:47.067" v="8255" actId="26606"/>
          <ac:spMkLst>
            <pc:docMk/>
            <pc:sldMk cId="0" sldId="394"/>
            <ac:spMk id="13" creationId="{18482CAC-96FF-EBE5-E97D-0BE2B8A51E3F}"/>
          </ac:spMkLst>
        </pc:spChg>
        <pc:graphicFrameChg chg="add">
          <ac:chgData name="Anand Joshi" userId="95fe61d518940c13" providerId="LiveId" clId="{355AF23D-3069-5A6E-9D79-8603334FB955}" dt="2026-01-28T00:07:47.067" v="8255" actId="26606"/>
          <ac:graphicFrameMkLst>
            <pc:docMk/>
            <pc:sldMk cId="0" sldId="394"/>
            <ac:graphicFrameMk id="5" creationId="{2E17A987-F151-074C-EE81-27E419C8E3F9}"/>
          </ac:graphicFrameMkLst>
        </pc:graphicFrameChg>
      </pc:sldChg>
      <pc:sldChg chg="addSp delSp modSp add mod setBg">
        <pc:chgData name="Anand Joshi" userId="95fe61d518940c13" providerId="LiveId" clId="{355AF23D-3069-5A6E-9D79-8603334FB955}" dt="2026-01-28T00:08:26.764" v="8256" actId="26606"/>
        <pc:sldMkLst>
          <pc:docMk/>
          <pc:sldMk cId="0" sldId="395"/>
        </pc:sldMkLst>
        <pc:spChg chg="mod">
          <ac:chgData name="Anand Joshi" userId="95fe61d518940c13" providerId="LiveId" clId="{355AF23D-3069-5A6E-9D79-8603334FB955}" dt="2026-01-28T00:08:26.764" v="8256" actId="26606"/>
          <ac:spMkLst>
            <pc:docMk/>
            <pc:sldMk cId="0" sldId="395"/>
            <ac:spMk id="2" creationId="{00000000-0000-0000-0000-000000000000}"/>
          </ac:spMkLst>
        </pc:spChg>
        <pc:spChg chg="del">
          <ac:chgData name="Anand Joshi" userId="95fe61d518940c13" providerId="LiveId" clId="{355AF23D-3069-5A6E-9D79-8603334FB955}" dt="2026-01-28T00:08:26.764" v="8256" actId="26606"/>
          <ac:spMkLst>
            <pc:docMk/>
            <pc:sldMk cId="0" sldId="395"/>
            <ac:spMk id="3" creationId="{00000000-0000-0000-0000-000000000000}"/>
          </ac:spMkLst>
        </pc:spChg>
        <pc:spChg chg="add">
          <ac:chgData name="Anand Joshi" userId="95fe61d518940c13" providerId="LiveId" clId="{355AF23D-3069-5A6E-9D79-8603334FB955}" dt="2026-01-28T00:08:26.764" v="8256" actId="26606"/>
          <ac:spMkLst>
            <pc:docMk/>
            <pc:sldMk cId="0" sldId="395"/>
            <ac:spMk id="9" creationId="{817D949E-564D-4503-A64E-D22FA3232C29}"/>
          </ac:spMkLst>
        </pc:spChg>
        <pc:spChg chg="add">
          <ac:chgData name="Anand Joshi" userId="95fe61d518940c13" providerId="LiveId" clId="{355AF23D-3069-5A6E-9D79-8603334FB955}" dt="2026-01-28T00:08:26.764" v="8256" actId="26606"/>
          <ac:spMkLst>
            <pc:docMk/>
            <pc:sldMk cId="0" sldId="395"/>
            <ac:spMk id="11" creationId="{2C8EEB27-9249-8B3A-C8C2-18F9DC480810}"/>
          </ac:spMkLst>
        </pc:spChg>
        <pc:spChg chg="add">
          <ac:chgData name="Anand Joshi" userId="95fe61d518940c13" providerId="LiveId" clId="{355AF23D-3069-5A6E-9D79-8603334FB955}" dt="2026-01-28T00:08:26.764" v="8256" actId="26606"/>
          <ac:spMkLst>
            <pc:docMk/>
            <pc:sldMk cId="0" sldId="395"/>
            <ac:spMk id="13" creationId="{18482CAC-96FF-EBE5-E97D-0BE2B8A51E3F}"/>
          </ac:spMkLst>
        </pc:spChg>
        <pc:graphicFrameChg chg="add">
          <ac:chgData name="Anand Joshi" userId="95fe61d518940c13" providerId="LiveId" clId="{355AF23D-3069-5A6E-9D79-8603334FB955}" dt="2026-01-28T00:08:26.764" v="8256" actId="26606"/>
          <ac:graphicFrameMkLst>
            <pc:docMk/>
            <pc:sldMk cId="0" sldId="395"/>
            <ac:graphicFrameMk id="5" creationId="{E11DB920-5B59-B105-60F7-A6F2A389EA14}"/>
          </ac:graphicFrameMkLst>
        </pc:graphicFrameChg>
      </pc:sldChg>
      <pc:sldChg chg="addSp delSp modSp add mod setBg">
        <pc:chgData name="Anand Joshi" userId="95fe61d518940c13" providerId="LiveId" clId="{355AF23D-3069-5A6E-9D79-8603334FB955}" dt="2026-01-28T00:08:30.598" v="8257" actId="26606"/>
        <pc:sldMkLst>
          <pc:docMk/>
          <pc:sldMk cId="0" sldId="396"/>
        </pc:sldMkLst>
        <pc:spChg chg="mod">
          <ac:chgData name="Anand Joshi" userId="95fe61d518940c13" providerId="LiveId" clId="{355AF23D-3069-5A6E-9D79-8603334FB955}" dt="2026-01-28T00:08:30.598" v="8257" actId="26606"/>
          <ac:spMkLst>
            <pc:docMk/>
            <pc:sldMk cId="0" sldId="396"/>
            <ac:spMk id="2" creationId="{00000000-0000-0000-0000-000000000000}"/>
          </ac:spMkLst>
        </pc:spChg>
        <pc:spChg chg="del">
          <ac:chgData name="Anand Joshi" userId="95fe61d518940c13" providerId="LiveId" clId="{355AF23D-3069-5A6E-9D79-8603334FB955}" dt="2026-01-28T00:08:30.598" v="8257" actId="26606"/>
          <ac:spMkLst>
            <pc:docMk/>
            <pc:sldMk cId="0" sldId="396"/>
            <ac:spMk id="3" creationId="{00000000-0000-0000-0000-000000000000}"/>
          </ac:spMkLst>
        </pc:spChg>
        <pc:spChg chg="add">
          <ac:chgData name="Anand Joshi" userId="95fe61d518940c13" providerId="LiveId" clId="{355AF23D-3069-5A6E-9D79-8603334FB955}" dt="2026-01-28T00:08:30.598" v="8257" actId="26606"/>
          <ac:spMkLst>
            <pc:docMk/>
            <pc:sldMk cId="0" sldId="396"/>
            <ac:spMk id="9" creationId="{817D949E-564D-4503-A64E-D22FA3232C29}"/>
          </ac:spMkLst>
        </pc:spChg>
        <pc:spChg chg="add">
          <ac:chgData name="Anand Joshi" userId="95fe61d518940c13" providerId="LiveId" clId="{355AF23D-3069-5A6E-9D79-8603334FB955}" dt="2026-01-28T00:08:30.598" v="8257" actId="26606"/>
          <ac:spMkLst>
            <pc:docMk/>
            <pc:sldMk cId="0" sldId="396"/>
            <ac:spMk id="11" creationId="{2C8EEB27-9249-8B3A-C8C2-18F9DC480810}"/>
          </ac:spMkLst>
        </pc:spChg>
        <pc:spChg chg="add">
          <ac:chgData name="Anand Joshi" userId="95fe61d518940c13" providerId="LiveId" clId="{355AF23D-3069-5A6E-9D79-8603334FB955}" dt="2026-01-28T00:08:30.598" v="8257" actId="26606"/>
          <ac:spMkLst>
            <pc:docMk/>
            <pc:sldMk cId="0" sldId="396"/>
            <ac:spMk id="13" creationId="{18482CAC-96FF-EBE5-E97D-0BE2B8A51E3F}"/>
          </ac:spMkLst>
        </pc:spChg>
        <pc:graphicFrameChg chg="add">
          <ac:chgData name="Anand Joshi" userId="95fe61d518940c13" providerId="LiveId" clId="{355AF23D-3069-5A6E-9D79-8603334FB955}" dt="2026-01-28T00:08:30.598" v="8257" actId="26606"/>
          <ac:graphicFrameMkLst>
            <pc:docMk/>
            <pc:sldMk cId="0" sldId="396"/>
            <ac:graphicFrameMk id="5" creationId="{83B0260B-7C8F-6E8C-4704-3B99445DCC1A}"/>
          </ac:graphicFrameMkLst>
        </pc:graphicFrameChg>
      </pc:sldChg>
      <pc:sldChg chg="addSp delSp modSp add mod setBg">
        <pc:chgData name="Anand Joshi" userId="95fe61d518940c13" providerId="LiveId" clId="{355AF23D-3069-5A6E-9D79-8603334FB955}" dt="2026-01-28T00:08:41.273" v="8258" actId="26606"/>
        <pc:sldMkLst>
          <pc:docMk/>
          <pc:sldMk cId="0" sldId="397"/>
        </pc:sldMkLst>
        <pc:spChg chg="mod">
          <ac:chgData name="Anand Joshi" userId="95fe61d518940c13" providerId="LiveId" clId="{355AF23D-3069-5A6E-9D79-8603334FB955}" dt="2026-01-28T00:08:41.273" v="8258" actId="26606"/>
          <ac:spMkLst>
            <pc:docMk/>
            <pc:sldMk cId="0" sldId="397"/>
            <ac:spMk id="2" creationId="{00000000-0000-0000-0000-000000000000}"/>
          </ac:spMkLst>
        </pc:spChg>
        <pc:spChg chg="del">
          <ac:chgData name="Anand Joshi" userId="95fe61d518940c13" providerId="LiveId" clId="{355AF23D-3069-5A6E-9D79-8603334FB955}" dt="2026-01-28T00:08:41.273" v="8258" actId="26606"/>
          <ac:spMkLst>
            <pc:docMk/>
            <pc:sldMk cId="0" sldId="397"/>
            <ac:spMk id="3" creationId="{00000000-0000-0000-0000-000000000000}"/>
          </ac:spMkLst>
        </pc:spChg>
        <pc:spChg chg="add">
          <ac:chgData name="Anand Joshi" userId="95fe61d518940c13" providerId="LiveId" clId="{355AF23D-3069-5A6E-9D79-8603334FB955}" dt="2026-01-28T00:08:41.273" v="8258" actId="26606"/>
          <ac:spMkLst>
            <pc:docMk/>
            <pc:sldMk cId="0" sldId="397"/>
            <ac:spMk id="9" creationId="{817D949E-564D-4503-A64E-D22FA3232C29}"/>
          </ac:spMkLst>
        </pc:spChg>
        <pc:spChg chg="add">
          <ac:chgData name="Anand Joshi" userId="95fe61d518940c13" providerId="LiveId" clId="{355AF23D-3069-5A6E-9D79-8603334FB955}" dt="2026-01-28T00:08:41.273" v="8258" actId="26606"/>
          <ac:spMkLst>
            <pc:docMk/>
            <pc:sldMk cId="0" sldId="397"/>
            <ac:spMk id="11" creationId="{2C8EEB27-9249-8B3A-C8C2-18F9DC480810}"/>
          </ac:spMkLst>
        </pc:spChg>
        <pc:spChg chg="add">
          <ac:chgData name="Anand Joshi" userId="95fe61d518940c13" providerId="LiveId" clId="{355AF23D-3069-5A6E-9D79-8603334FB955}" dt="2026-01-28T00:08:41.273" v="8258" actId="26606"/>
          <ac:spMkLst>
            <pc:docMk/>
            <pc:sldMk cId="0" sldId="397"/>
            <ac:spMk id="13" creationId="{18482CAC-96FF-EBE5-E97D-0BE2B8A51E3F}"/>
          </ac:spMkLst>
        </pc:spChg>
        <pc:graphicFrameChg chg="add">
          <ac:chgData name="Anand Joshi" userId="95fe61d518940c13" providerId="LiveId" clId="{355AF23D-3069-5A6E-9D79-8603334FB955}" dt="2026-01-28T00:08:41.273" v="8258" actId="26606"/>
          <ac:graphicFrameMkLst>
            <pc:docMk/>
            <pc:sldMk cId="0" sldId="397"/>
            <ac:graphicFrameMk id="5" creationId="{3D28AE59-E959-F14F-EF20-23BEB8161E2E}"/>
          </ac:graphicFrameMkLst>
        </pc:graphicFrameChg>
      </pc:sldChg>
      <pc:sldChg chg="addSp delSp modSp add mod setBg">
        <pc:chgData name="Anand Joshi" userId="95fe61d518940c13" providerId="LiveId" clId="{355AF23D-3069-5A6E-9D79-8603334FB955}" dt="2026-01-28T00:08:48.696" v="8259" actId="26606"/>
        <pc:sldMkLst>
          <pc:docMk/>
          <pc:sldMk cId="0" sldId="398"/>
        </pc:sldMkLst>
        <pc:spChg chg="mod">
          <ac:chgData name="Anand Joshi" userId="95fe61d518940c13" providerId="LiveId" clId="{355AF23D-3069-5A6E-9D79-8603334FB955}" dt="2026-01-28T00:08:48.696" v="8259" actId="26606"/>
          <ac:spMkLst>
            <pc:docMk/>
            <pc:sldMk cId="0" sldId="398"/>
            <ac:spMk id="2" creationId="{00000000-0000-0000-0000-000000000000}"/>
          </ac:spMkLst>
        </pc:spChg>
        <pc:spChg chg="del">
          <ac:chgData name="Anand Joshi" userId="95fe61d518940c13" providerId="LiveId" clId="{355AF23D-3069-5A6E-9D79-8603334FB955}" dt="2026-01-28T00:08:48.696" v="8259" actId="26606"/>
          <ac:spMkLst>
            <pc:docMk/>
            <pc:sldMk cId="0" sldId="398"/>
            <ac:spMk id="3" creationId="{00000000-0000-0000-0000-000000000000}"/>
          </ac:spMkLst>
        </pc:spChg>
        <pc:spChg chg="add">
          <ac:chgData name="Anand Joshi" userId="95fe61d518940c13" providerId="LiveId" clId="{355AF23D-3069-5A6E-9D79-8603334FB955}" dt="2026-01-28T00:08:48.696" v="8259" actId="26606"/>
          <ac:spMkLst>
            <pc:docMk/>
            <pc:sldMk cId="0" sldId="398"/>
            <ac:spMk id="9" creationId="{817D949E-564D-4503-A64E-D22FA3232C29}"/>
          </ac:spMkLst>
        </pc:spChg>
        <pc:spChg chg="add">
          <ac:chgData name="Anand Joshi" userId="95fe61d518940c13" providerId="LiveId" clId="{355AF23D-3069-5A6E-9D79-8603334FB955}" dt="2026-01-28T00:08:48.696" v="8259" actId="26606"/>
          <ac:spMkLst>
            <pc:docMk/>
            <pc:sldMk cId="0" sldId="398"/>
            <ac:spMk id="11" creationId="{2C8EEB27-9249-8B3A-C8C2-18F9DC480810}"/>
          </ac:spMkLst>
        </pc:spChg>
        <pc:spChg chg="add">
          <ac:chgData name="Anand Joshi" userId="95fe61d518940c13" providerId="LiveId" clId="{355AF23D-3069-5A6E-9D79-8603334FB955}" dt="2026-01-28T00:08:48.696" v="8259" actId="26606"/>
          <ac:spMkLst>
            <pc:docMk/>
            <pc:sldMk cId="0" sldId="398"/>
            <ac:spMk id="13" creationId="{18482CAC-96FF-EBE5-E97D-0BE2B8A51E3F}"/>
          </ac:spMkLst>
        </pc:spChg>
        <pc:graphicFrameChg chg="add">
          <ac:chgData name="Anand Joshi" userId="95fe61d518940c13" providerId="LiveId" clId="{355AF23D-3069-5A6E-9D79-8603334FB955}" dt="2026-01-28T00:08:48.696" v="8259" actId="26606"/>
          <ac:graphicFrameMkLst>
            <pc:docMk/>
            <pc:sldMk cId="0" sldId="398"/>
            <ac:graphicFrameMk id="5" creationId="{0083BD4C-5FB3-1471-2B9F-D88921FBD7F4}"/>
          </ac:graphicFrameMkLst>
        </pc:graphicFrameChg>
      </pc:sldChg>
      <pc:sldChg chg="addSp delSp modSp add mod setBg">
        <pc:chgData name="Anand Joshi" userId="95fe61d518940c13" providerId="LiveId" clId="{355AF23D-3069-5A6E-9D79-8603334FB955}" dt="2026-01-28T00:08:56.215" v="8260" actId="26606"/>
        <pc:sldMkLst>
          <pc:docMk/>
          <pc:sldMk cId="0" sldId="399"/>
        </pc:sldMkLst>
        <pc:spChg chg="mod">
          <ac:chgData name="Anand Joshi" userId="95fe61d518940c13" providerId="LiveId" clId="{355AF23D-3069-5A6E-9D79-8603334FB955}" dt="2026-01-28T00:08:56.215" v="8260" actId="26606"/>
          <ac:spMkLst>
            <pc:docMk/>
            <pc:sldMk cId="0" sldId="399"/>
            <ac:spMk id="2" creationId="{00000000-0000-0000-0000-000000000000}"/>
          </ac:spMkLst>
        </pc:spChg>
        <pc:spChg chg="del">
          <ac:chgData name="Anand Joshi" userId="95fe61d518940c13" providerId="LiveId" clId="{355AF23D-3069-5A6E-9D79-8603334FB955}" dt="2026-01-28T00:08:56.215" v="8260" actId="26606"/>
          <ac:spMkLst>
            <pc:docMk/>
            <pc:sldMk cId="0" sldId="399"/>
            <ac:spMk id="3" creationId="{00000000-0000-0000-0000-000000000000}"/>
          </ac:spMkLst>
        </pc:spChg>
        <pc:spChg chg="add">
          <ac:chgData name="Anand Joshi" userId="95fe61d518940c13" providerId="LiveId" clId="{355AF23D-3069-5A6E-9D79-8603334FB955}" dt="2026-01-28T00:08:56.215" v="8260" actId="26606"/>
          <ac:spMkLst>
            <pc:docMk/>
            <pc:sldMk cId="0" sldId="399"/>
            <ac:spMk id="9" creationId="{4E17AA97-89A7-45C1-B813-BFF6C23D79E1}"/>
          </ac:spMkLst>
        </pc:spChg>
        <pc:spChg chg="add">
          <ac:chgData name="Anand Joshi" userId="95fe61d518940c13" providerId="LiveId" clId="{355AF23D-3069-5A6E-9D79-8603334FB955}" dt="2026-01-28T00:08:56.215" v="8260" actId="26606"/>
          <ac:spMkLst>
            <pc:docMk/>
            <pc:sldMk cId="0" sldId="399"/>
            <ac:spMk id="11" creationId="{33AC4FE1-D370-43A6-96C5-076716BB1E76}"/>
          </ac:spMkLst>
        </pc:spChg>
        <pc:spChg chg="add">
          <ac:chgData name="Anand Joshi" userId="95fe61d518940c13" providerId="LiveId" clId="{355AF23D-3069-5A6E-9D79-8603334FB955}" dt="2026-01-28T00:08:56.215" v="8260" actId="26606"/>
          <ac:spMkLst>
            <pc:docMk/>
            <pc:sldMk cId="0" sldId="399"/>
            <ac:spMk id="13" creationId="{4A3D569D-D3A6-49CA-A483-291E95DACA14}"/>
          </ac:spMkLst>
        </pc:spChg>
        <pc:graphicFrameChg chg="add">
          <ac:chgData name="Anand Joshi" userId="95fe61d518940c13" providerId="LiveId" clId="{355AF23D-3069-5A6E-9D79-8603334FB955}" dt="2026-01-28T00:08:56.215" v="8260" actId="26606"/>
          <ac:graphicFrameMkLst>
            <pc:docMk/>
            <pc:sldMk cId="0" sldId="399"/>
            <ac:graphicFrameMk id="5" creationId="{35048988-5833-AD1D-73B5-D86119CEEE02}"/>
          </ac:graphicFrameMkLst>
        </pc:graphicFrameChg>
      </pc:sldChg>
      <pc:sldChg chg="add">
        <pc:chgData name="Anand Joshi" userId="95fe61d518940c13" providerId="LiveId" clId="{355AF23D-3069-5A6E-9D79-8603334FB955}" dt="2026-01-28T00:12:30.075" v="8261"/>
        <pc:sldMkLst>
          <pc:docMk/>
          <pc:sldMk cId="0" sldId="400"/>
        </pc:sldMkLst>
      </pc:sldChg>
      <pc:sldChg chg="add">
        <pc:chgData name="Anand Joshi" userId="95fe61d518940c13" providerId="LiveId" clId="{355AF23D-3069-5A6E-9D79-8603334FB955}" dt="2026-01-28T00:12:30.075" v="8261"/>
        <pc:sldMkLst>
          <pc:docMk/>
          <pc:sldMk cId="0" sldId="401"/>
        </pc:sldMkLst>
      </pc:sldChg>
      <pc:sldChg chg="add">
        <pc:chgData name="Anand Joshi" userId="95fe61d518940c13" providerId="LiveId" clId="{355AF23D-3069-5A6E-9D79-8603334FB955}" dt="2026-01-28T00:12:30.075" v="8261"/>
        <pc:sldMkLst>
          <pc:docMk/>
          <pc:sldMk cId="0" sldId="402"/>
        </pc:sldMkLst>
      </pc:sldChg>
      <pc:sldChg chg="add">
        <pc:chgData name="Anand Joshi" userId="95fe61d518940c13" providerId="LiveId" clId="{355AF23D-3069-5A6E-9D79-8603334FB955}" dt="2026-01-28T00:12:30.075" v="8261"/>
        <pc:sldMkLst>
          <pc:docMk/>
          <pc:sldMk cId="0" sldId="403"/>
        </pc:sldMkLst>
      </pc:sldChg>
      <pc:sldChg chg="add">
        <pc:chgData name="Anand Joshi" userId="95fe61d518940c13" providerId="LiveId" clId="{355AF23D-3069-5A6E-9D79-8603334FB955}" dt="2026-01-28T00:12:30.075" v="8261"/>
        <pc:sldMkLst>
          <pc:docMk/>
          <pc:sldMk cId="0" sldId="404"/>
        </pc:sldMkLst>
      </pc:sldChg>
      <pc:sldChg chg="add">
        <pc:chgData name="Anand Joshi" userId="95fe61d518940c13" providerId="LiveId" clId="{355AF23D-3069-5A6E-9D79-8603334FB955}" dt="2026-01-28T00:12:30.075" v="8261"/>
        <pc:sldMkLst>
          <pc:docMk/>
          <pc:sldMk cId="0" sldId="405"/>
        </pc:sldMkLst>
      </pc:sldChg>
      <pc:sldChg chg="add">
        <pc:chgData name="Anand Joshi" userId="95fe61d518940c13" providerId="LiveId" clId="{355AF23D-3069-5A6E-9D79-8603334FB955}" dt="2026-01-28T00:16:38.199" v="8262"/>
        <pc:sldMkLst>
          <pc:docMk/>
          <pc:sldMk cId="0" sldId="406"/>
        </pc:sldMkLst>
      </pc:sldChg>
      <pc:sldChg chg="add">
        <pc:chgData name="Anand Joshi" userId="95fe61d518940c13" providerId="LiveId" clId="{355AF23D-3069-5A6E-9D79-8603334FB955}" dt="2026-01-28T00:16:38.199" v="8262"/>
        <pc:sldMkLst>
          <pc:docMk/>
          <pc:sldMk cId="0" sldId="407"/>
        </pc:sldMkLst>
      </pc:sldChg>
      <pc:sldChg chg="add">
        <pc:chgData name="Anand Joshi" userId="95fe61d518940c13" providerId="LiveId" clId="{355AF23D-3069-5A6E-9D79-8603334FB955}" dt="2026-01-28T00:16:38.199" v="8262"/>
        <pc:sldMkLst>
          <pc:docMk/>
          <pc:sldMk cId="0" sldId="408"/>
        </pc:sldMkLst>
      </pc:sldChg>
      <pc:sldChg chg="add">
        <pc:chgData name="Anand Joshi" userId="95fe61d518940c13" providerId="LiveId" clId="{355AF23D-3069-5A6E-9D79-8603334FB955}" dt="2026-01-28T00:16:38.199" v="8262"/>
        <pc:sldMkLst>
          <pc:docMk/>
          <pc:sldMk cId="0" sldId="409"/>
        </pc:sldMkLst>
      </pc:sldChg>
      <pc:sldChg chg="add">
        <pc:chgData name="Anand Joshi" userId="95fe61d518940c13" providerId="LiveId" clId="{355AF23D-3069-5A6E-9D79-8603334FB955}" dt="2026-01-28T00:16:38.199" v="8262"/>
        <pc:sldMkLst>
          <pc:docMk/>
          <pc:sldMk cId="0" sldId="410"/>
        </pc:sldMkLst>
      </pc:sldChg>
      <pc:sldChg chg="add">
        <pc:chgData name="Anand Joshi" userId="95fe61d518940c13" providerId="LiveId" clId="{355AF23D-3069-5A6E-9D79-8603334FB955}" dt="2026-01-28T00:16:38.199" v="8262"/>
        <pc:sldMkLst>
          <pc:docMk/>
          <pc:sldMk cId="0" sldId="411"/>
        </pc:sldMkLst>
      </pc:sldChg>
      <pc:sldChg chg="add">
        <pc:chgData name="Anand Joshi" userId="95fe61d518940c13" providerId="LiveId" clId="{355AF23D-3069-5A6E-9D79-8603334FB955}" dt="2026-01-28T00:16:38.199" v="8262"/>
        <pc:sldMkLst>
          <pc:docMk/>
          <pc:sldMk cId="0" sldId="412"/>
        </pc:sldMkLst>
      </pc:sldChg>
      <pc:sldChg chg="add">
        <pc:chgData name="Anand Joshi" userId="95fe61d518940c13" providerId="LiveId" clId="{355AF23D-3069-5A6E-9D79-8603334FB955}" dt="2026-01-28T00:16:38.199" v="8262"/>
        <pc:sldMkLst>
          <pc:docMk/>
          <pc:sldMk cId="0" sldId="413"/>
        </pc:sldMkLst>
      </pc:sldChg>
      <pc:sldChg chg="add">
        <pc:chgData name="Anand Joshi" userId="95fe61d518940c13" providerId="LiveId" clId="{355AF23D-3069-5A6E-9D79-8603334FB955}" dt="2026-01-28T00:19:24.415" v="8263"/>
        <pc:sldMkLst>
          <pc:docMk/>
          <pc:sldMk cId="0" sldId="414"/>
        </pc:sldMkLst>
      </pc:sldChg>
      <pc:sldChg chg="modSp add mod">
        <pc:chgData name="Anand Joshi" userId="95fe61d518940c13" providerId="LiveId" clId="{355AF23D-3069-5A6E-9D79-8603334FB955}" dt="2026-01-28T00:32:13.379" v="8337" actId="20577"/>
        <pc:sldMkLst>
          <pc:docMk/>
          <pc:sldMk cId="0" sldId="415"/>
        </pc:sldMkLst>
        <pc:spChg chg="mod">
          <ac:chgData name="Anand Joshi" userId="95fe61d518940c13" providerId="LiveId" clId="{355AF23D-3069-5A6E-9D79-8603334FB955}" dt="2026-01-28T00:32:13.379" v="8337" actId="20577"/>
          <ac:spMkLst>
            <pc:docMk/>
            <pc:sldMk cId="0" sldId="415"/>
            <ac:spMk id="3" creationId="{00000000-0000-0000-0000-000000000000}"/>
          </ac:spMkLst>
        </pc:spChg>
      </pc:sldChg>
      <pc:sldChg chg="addSp delSp modSp add mod setBg">
        <pc:chgData name="Anand Joshi" userId="95fe61d518940c13" providerId="LiveId" clId="{355AF23D-3069-5A6E-9D79-8603334FB955}" dt="2026-01-28T00:32:37.369" v="8338" actId="26606"/>
        <pc:sldMkLst>
          <pc:docMk/>
          <pc:sldMk cId="0" sldId="416"/>
        </pc:sldMkLst>
        <pc:spChg chg="mod">
          <ac:chgData name="Anand Joshi" userId="95fe61d518940c13" providerId="LiveId" clId="{355AF23D-3069-5A6E-9D79-8603334FB955}" dt="2026-01-28T00:32:37.369" v="8338" actId="26606"/>
          <ac:spMkLst>
            <pc:docMk/>
            <pc:sldMk cId="0" sldId="416"/>
            <ac:spMk id="2" creationId="{00000000-0000-0000-0000-000000000000}"/>
          </ac:spMkLst>
        </pc:spChg>
        <pc:spChg chg="del">
          <ac:chgData name="Anand Joshi" userId="95fe61d518940c13" providerId="LiveId" clId="{355AF23D-3069-5A6E-9D79-8603334FB955}" dt="2026-01-28T00:32:37.369" v="8338" actId="26606"/>
          <ac:spMkLst>
            <pc:docMk/>
            <pc:sldMk cId="0" sldId="416"/>
            <ac:spMk id="3" creationId="{00000000-0000-0000-0000-000000000000}"/>
          </ac:spMkLst>
        </pc:spChg>
        <pc:spChg chg="add">
          <ac:chgData name="Anand Joshi" userId="95fe61d518940c13" providerId="LiveId" clId="{355AF23D-3069-5A6E-9D79-8603334FB955}" dt="2026-01-28T00:32:37.369" v="8338" actId="26606"/>
          <ac:spMkLst>
            <pc:docMk/>
            <pc:sldMk cId="0" sldId="416"/>
            <ac:spMk id="9" creationId="{817D949E-564D-4503-A64E-D22FA3232C29}"/>
          </ac:spMkLst>
        </pc:spChg>
        <pc:spChg chg="add">
          <ac:chgData name="Anand Joshi" userId="95fe61d518940c13" providerId="LiveId" clId="{355AF23D-3069-5A6E-9D79-8603334FB955}" dt="2026-01-28T00:32:37.369" v="8338" actId="26606"/>
          <ac:spMkLst>
            <pc:docMk/>
            <pc:sldMk cId="0" sldId="416"/>
            <ac:spMk id="11" creationId="{92BE0106-0C20-465B-A1BE-0BAC2737B1AD}"/>
          </ac:spMkLst>
        </pc:spChg>
        <pc:spChg chg="add">
          <ac:chgData name="Anand Joshi" userId="95fe61d518940c13" providerId="LiveId" clId="{355AF23D-3069-5A6E-9D79-8603334FB955}" dt="2026-01-28T00:32:37.369" v="8338" actId="26606"/>
          <ac:spMkLst>
            <pc:docMk/>
            <pc:sldMk cId="0" sldId="416"/>
            <ac:spMk id="13" creationId="{851808AB-2943-464C-A710-F2A18D869334}"/>
          </ac:spMkLst>
        </pc:spChg>
        <pc:graphicFrameChg chg="add">
          <ac:chgData name="Anand Joshi" userId="95fe61d518940c13" providerId="LiveId" clId="{355AF23D-3069-5A6E-9D79-8603334FB955}" dt="2026-01-28T00:32:37.369" v="8338" actId="26606"/>
          <ac:graphicFrameMkLst>
            <pc:docMk/>
            <pc:sldMk cId="0" sldId="416"/>
            <ac:graphicFrameMk id="5" creationId="{A9EAE3D3-264B-5CFE-4653-B56EEDC3182E}"/>
          </ac:graphicFrameMkLst>
        </pc:graphicFrameChg>
      </pc:sldChg>
      <pc:sldChg chg="modSp add mod">
        <pc:chgData name="Anand Joshi" userId="95fe61d518940c13" providerId="LiveId" clId="{355AF23D-3069-5A6E-9D79-8603334FB955}" dt="2026-01-28T00:33:30.183" v="8369" actId="20577"/>
        <pc:sldMkLst>
          <pc:docMk/>
          <pc:sldMk cId="0" sldId="417"/>
        </pc:sldMkLst>
        <pc:spChg chg="mod">
          <ac:chgData name="Anand Joshi" userId="95fe61d518940c13" providerId="LiveId" clId="{355AF23D-3069-5A6E-9D79-8603334FB955}" dt="2026-01-28T00:33:30.183" v="8369" actId="20577"/>
          <ac:spMkLst>
            <pc:docMk/>
            <pc:sldMk cId="0" sldId="417"/>
            <ac:spMk id="3" creationId="{00000000-0000-0000-0000-000000000000}"/>
          </ac:spMkLst>
        </pc:spChg>
      </pc:sldChg>
      <pc:sldChg chg="add">
        <pc:chgData name="Anand Joshi" userId="95fe61d518940c13" providerId="LiveId" clId="{355AF23D-3069-5A6E-9D79-8603334FB955}" dt="2026-01-28T00:19:24.415" v="8263"/>
        <pc:sldMkLst>
          <pc:docMk/>
          <pc:sldMk cId="0" sldId="418"/>
        </pc:sldMkLst>
      </pc:sldChg>
      <pc:sldChg chg="add">
        <pc:chgData name="Anand Joshi" userId="95fe61d518940c13" providerId="LiveId" clId="{355AF23D-3069-5A6E-9D79-8603334FB955}" dt="2026-01-28T02:12:37.776" v="8383"/>
        <pc:sldMkLst>
          <pc:docMk/>
          <pc:sldMk cId="0" sldId="419"/>
        </pc:sldMkLst>
      </pc:sldChg>
      <pc:sldChg chg="add">
        <pc:chgData name="Anand Joshi" userId="95fe61d518940c13" providerId="LiveId" clId="{355AF23D-3069-5A6E-9D79-8603334FB955}" dt="2026-01-28T02:12:37.776" v="8383"/>
        <pc:sldMkLst>
          <pc:docMk/>
          <pc:sldMk cId="0" sldId="420"/>
        </pc:sldMkLst>
      </pc:sldChg>
      <pc:sldChg chg="add">
        <pc:chgData name="Anand Joshi" userId="95fe61d518940c13" providerId="LiveId" clId="{355AF23D-3069-5A6E-9D79-8603334FB955}" dt="2026-01-28T02:12:37.776" v="8383"/>
        <pc:sldMkLst>
          <pc:docMk/>
          <pc:sldMk cId="0" sldId="421"/>
        </pc:sldMkLst>
      </pc:sldChg>
      <pc:sldChg chg="add">
        <pc:chgData name="Anand Joshi" userId="95fe61d518940c13" providerId="LiveId" clId="{355AF23D-3069-5A6E-9D79-8603334FB955}" dt="2026-01-28T02:12:37.776" v="8383"/>
        <pc:sldMkLst>
          <pc:docMk/>
          <pc:sldMk cId="0" sldId="422"/>
        </pc:sldMkLst>
      </pc:sldChg>
      <pc:sldChg chg="add">
        <pc:chgData name="Anand Joshi" userId="95fe61d518940c13" providerId="LiveId" clId="{355AF23D-3069-5A6E-9D79-8603334FB955}" dt="2026-01-28T02:12:37.776" v="8383"/>
        <pc:sldMkLst>
          <pc:docMk/>
          <pc:sldMk cId="0" sldId="423"/>
        </pc:sldMkLst>
      </pc:sldChg>
      <pc:sldChg chg="add">
        <pc:chgData name="Anand Joshi" userId="95fe61d518940c13" providerId="LiveId" clId="{355AF23D-3069-5A6E-9D79-8603334FB955}" dt="2026-01-28T02:12:37.776" v="8383"/>
        <pc:sldMkLst>
          <pc:docMk/>
          <pc:sldMk cId="0" sldId="424"/>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10.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11.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47.svg"/></Relationships>
</file>

<file path=ppt/diagrams/_rels/data12.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ata14.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3.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47.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A89408-00FB-47D0-A77D-078D43052C5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29C7B51-D1FB-4D37-8E6C-608238C367E3}">
      <dgm:prSet/>
      <dgm:spPr/>
      <dgm:t>
        <a:bodyPr/>
        <a:lstStyle/>
        <a:p>
          <a:r>
            <a:rPr lang="en-US"/>
            <a:t>Input handling: text, voice, or structured data.</a:t>
          </a:r>
        </a:p>
      </dgm:t>
    </dgm:pt>
    <dgm:pt modelId="{0801E15A-E35E-4E5F-9C2D-5680D7FE90EE}" type="parTrans" cxnId="{3405BC88-ABF8-4184-AD6B-2EFD671C02DF}">
      <dgm:prSet/>
      <dgm:spPr/>
      <dgm:t>
        <a:bodyPr/>
        <a:lstStyle/>
        <a:p>
          <a:endParaRPr lang="en-US"/>
        </a:p>
      </dgm:t>
    </dgm:pt>
    <dgm:pt modelId="{2BFA314D-8AC6-48B9-AE0E-E6882353426E}" type="sibTrans" cxnId="{3405BC88-ABF8-4184-AD6B-2EFD671C02DF}">
      <dgm:prSet/>
      <dgm:spPr/>
      <dgm:t>
        <a:bodyPr/>
        <a:lstStyle/>
        <a:p>
          <a:endParaRPr lang="en-US"/>
        </a:p>
      </dgm:t>
    </dgm:pt>
    <dgm:pt modelId="{1B652B3D-B4FE-4685-8BDB-7D0618322164}">
      <dgm:prSet/>
      <dgm:spPr/>
      <dgm:t>
        <a:bodyPr/>
        <a:lstStyle/>
        <a:p>
          <a:r>
            <a:rPr lang="en-US"/>
            <a:t>Prompt engineering: instructions, examples, constraints.</a:t>
          </a:r>
        </a:p>
      </dgm:t>
    </dgm:pt>
    <dgm:pt modelId="{D504E13D-21AB-4FA8-834B-29D1867378BE}" type="parTrans" cxnId="{D250AF03-CA6A-42F5-A92C-E0036527B6D2}">
      <dgm:prSet/>
      <dgm:spPr/>
      <dgm:t>
        <a:bodyPr/>
        <a:lstStyle/>
        <a:p>
          <a:endParaRPr lang="en-US"/>
        </a:p>
      </dgm:t>
    </dgm:pt>
    <dgm:pt modelId="{DBE3D195-8326-43CB-B39D-9FE72038870C}" type="sibTrans" cxnId="{D250AF03-CA6A-42F5-A92C-E0036527B6D2}">
      <dgm:prSet/>
      <dgm:spPr/>
      <dgm:t>
        <a:bodyPr/>
        <a:lstStyle/>
        <a:p>
          <a:endParaRPr lang="en-US"/>
        </a:p>
      </dgm:t>
    </dgm:pt>
    <dgm:pt modelId="{7546A55D-D889-486C-B490-AF6EFC5A0659}">
      <dgm:prSet/>
      <dgm:spPr/>
      <dgm:t>
        <a:bodyPr/>
        <a:lstStyle/>
        <a:p>
          <a:r>
            <a:rPr lang="en-US"/>
            <a:t>Model selection: general-purpose or domain-specific.</a:t>
          </a:r>
        </a:p>
      </dgm:t>
    </dgm:pt>
    <dgm:pt modelId="{2DF355E4-6A17-4349-9AB2-317C66451C89}" type="parTrans" cxnId="{483C5F59-FE74-4078-82F3-0378E4C2E0E3}">
      <dgm:prSet/>
      <dgm:spPr/>
      <dgm:t>
        <a:bodyPr/>
        <a:lstStyle/>
        <a:p>
          <a:endParaRPr lang="en-US"/>
        </a:p>
      </dgm:t>
    </dgm:pt>
    <dgm:pt modelId="{D43CDAD4-3939-4C4F-85C7-873824FBFD2E}" type="sibTrans" cxnId="{483C5F59-FE74-4078-82F3-0378E4C2E0E3}">
      <dgm:prSet/>
      <dgm:spPr/>
      <dgm:t>
        <a:bodyPr/>
        <a:lstStyle/>
        <a:p>
          <a:endParaRPr lang="en-US"/>
        </a:p>
      </dgm:t>
    </dgm:pt>
    <dgm:pt modelId="{E3CD872D-BC9A-4912-899C-96626CF69EF2}">
      <dgm:prSet/>
      <dgm:spPr/>
      <dgm:t>
        <a:bodyPr/>
        <a:lstStyle/>
        <a:p>
          <a:r>
            <a:rPr lang="en-US"/>
            <a:t>Output shaping: summaries, answers, classifications.</a:t>
          </a:r>
        </a:p>
      </dgm:t>
    </dgm:pt>
    <dgm:pt modelId="{B273CE29-F68D-462D-A2DC-AAE5A96CE6E8}" type="parTrans" cxnId="{010B9678-B7AD-486C-9631-2B1C2B65B230}">
      <dgm:prSet/>
      <dgm:spPr/>
      <dgm:t>
        <a:bodyPr/>
        <a:lstStyle/>
        <a:p>
          <a:endParaRPr lang="en-US"/>
        </a:p>
      </dgm:t>
    </dgm:pt>
    <dgm:pt modelId="{6289793C-58E7-43BD-8B69-F2057F878B54}" type="sibTrans" cxnId="{010B9678-B7AD-486C-9631-2B1C2B65B230}">
      <dgm:prSet/>
      <dgm:spPr/>
      <dgm:t>
        <a:bodyPr/>
        <a:lstStyle/>
        <a:p>
          <a:endParaRPr lang="en-US"/>
        </a:p>
      </dgm:t>
    </dgm:pt>
    <dgm:pt modelId="{8BF19530-A525-634A-B55D-180A32CF6E43}" type="pres">
      <dgm:prSet presAssocID="{E0A89408-00FB-47D0-A77D-078D43052C5A}" presName="linear" presStyleCnt="0">
        <dgm:presLayoutVars>
          <dgm:animLvl val="lvl"/>
          <dgm:resizeHandles val="exact"/>
        </dgm:presLayoutVars>
      </dgm:prSet>
      <dgm:spPr/>
    </dgm:pt>
    <dgm:pt modelId="{23C43011-0332-A748-8C2E-B511DCDBF93C}" type="pres">
      <dgm:prSet presAssocID="{F29C7B51-D1FB-4D37-8E6C-608238C367E3}" presName="parentText" presStyleLbl="node1" presStyleIdx="0" presStyleCnt="4">
        <dgm:presLayoutVars>
          <dgm:chMax val="0"/>
          <dgm:bulletEnabled val="1"/>
        </dgm:presLayoutVars>
      </dgm:prSet>
      <dgm:spPr/>
    </dgm:pt>
    <dgm:pt modelId="{1D118E64-574C-F642-B803-B094A2074AE4}" type="pres">
      <dgm:prSet presAssocID="{2BFA314D-8AC6-48B9-AE0E-E6882353426E}" presName="spacer" presStyleCnt="0"/>
      <dgm:spPr/>
    </dgm:pt>
    <dgm:pt modelId="{F4313016-B3A3-6249-980B-15BDAAA0C53D}" type="pres">
      <dgm:prSet presAssocID="{1B652B3D-B4FE-4685-8BDB-7D0618322164}" presName="parentText" presStyleLbl="node1" presStyleIdx="1" presStyleCnt="4">
        <dgm:presLayoutVars>
          <dgm:chMax val="0"/>
          <dgm:bulletEnabled val="1"/>
        </dgm:presLayoutVars>
      </dgm:prSet>
      <dgm:spPr/>
    </dgm:pt>
    <dgm:pt modelId="{8EF4FF36-F536-A14C-B035-4BF13402C1EE}" type="pres">
      <dgm:prSet presAssocID="{DBE3D195-8326-43CB-B39D-9FE72038870C}" presName="spacer" presStyleCnt="0"/>
      <dgm:spPr/>
    </dgm:pt>
    <dgm:pt modelId="{8DA045AC-6C5E-9146-A3B8-A2765A09CEFB}" type="pres">
      <dgm:prSet presAssocID="{7546A55D-D889-486C-B490-AF6EFC5A0659}" presName="parentText" presStyleLbl="node1" presStyleIdx="2" presStyleCnt="4">
        <dgm:presLayoutVars>
          <dgm:chMax val="0"/>
          <dgm:bulletEnabled val="1"/>
        </dgm:presLayoutVars>
      </dgm:prSet>
      <dgm:spPr/>
    </dgm:pt>
    <dgm:pt modelId="{1FD6D591-3E20-C24B-9B2F-8715D7ABF6C5}" type="pres">
      <dgm:prSet presAssocID="{D43CDAD4-3939-4C4F-85C7-873824FBFD2E}" presName="spacer" presStyleCnt="0"/>
      <dgm:spPr/>
    </dgm:pt>
    <dgm:pt modelId="{00BFDCAC-2856-524D-9C78-0E09612B75CB}" type="pres">
      <dgm:prSet presAssocID="{E3CD872D-BC9A-4912-899C-96626CF69EF2}" presName="parentText" presStyleLbl="node1" presStyleIdx="3" presStyleCnt="4">
        <dgm:presLayoutVars>
          <dgm:chMax val="0"/>
          <dgm:bulletEnabled val="1"/>
        </dgm:presLayoutVars>
      </dgm:prSet>
      <dgm:spPr/>
    </dgm:pt>
  </dgm:ptLst>
  <dgm:cxnLst>
    <dgm:cxn modelId="{D250AF03-CA6A-42F5-A92C-E0036527B6D2}" srcId="{E0A89408-00FB-47D0-A77D-078D43052C5A}" destId="{1B652B3D-B4FE-4685-8BDB-7D0618322164}" srcOrd="1" destOrd="0" parTransId="{D504E13D-21AB-4FA8-834B-29D1867378BE}" sibTransId="{DBE3D195-8326-43CB-B39D-9FE72038870C}"/>
    <dgm:cxn modelId="{285E6A27-100F-AE43-BEF7-7BC4B53B36A0}" type="presOf" srcId="{E0A89408-00FB-47D0-A77D-078D43052C5A}" destId="{8BF19530-A525-634A-B55D-180A32CF6E43}" srcOrd="0" destOrd="0" presId="urn:microsoft.com/office/officeart/2005/8/layout/vList2"/>
    <dgm:cxn modelId="{483C5F59-FE74-4078-82F3-0378E4C2E0E3}" srcId="{E0A89408-00FB-47D0-A77D-078D43052C5A}" destId="{7546A55D-D889-486C-B490-AF6EFC5A0659}" srcOrd="2" destOrd="0" parTransId="{2DF355E4-6A17-4349-9AB2-317C66451C89}" sibTransId="{D43CDAD4-3939-4C4F-85C7-873824FBFD2E}"/>
    <dgm:cxn modelId="{D4FEEC6A-58B2-D444-932F-AD024208C56F}" type="presOf" srcId="{E3CD872D-BC9A-4912-899C-96626CF69EF2}" destId="{00BFDCAC-2856-524D-9C78-0E09612B75CB}" srcOrd="0" destOrd="0" presId="urn:microsoft.com/office/officeart/2005/8/layout/vList2"/>
    <dgm:cxn modelId="{010B9678-B7AD-486C-9631-2B1C2B65B230}" srcId="{E0A89408-00FB-47D0-A77D-078D43052C5A}" destId="{E3CD872D-BC9A-4912-899C-96626CF69EF2}" srcOrd="3" destOrd="0" parTransId="{B273CE29-F68D-462D-A2DC-AAE5A96CE6E8}" sibTransId="{6289793C-58E7-43BD-8B69-F2057F878B54}"/>
    <dgm:cxn modelId="{3405BC88-ABF8-4184-AD6B-2EFD671C02DF}" srcId="{E0A89408-00FB-47D0-A77D-078D43052C5A}" destId="{F29C7B51-D1FB-4D37-8E6C-608238C367E3}" srcOrd="0" destOrd="0" parTransId="{0801E15A-E35E-4E5F-9C2D-5680D7FE90EE}" sibTransId="{2BFA314D-8AC6-48B9-AE0E-E6882353426E}"/>
    <dgm:cxn modelId="{5B98EB8D-0F7E-E043-938A-07CE70248182}" type="presOf" srcId="{F29C7B51-D1FB-4D37-8E6C-608238C367E3}" destId="{23C43011-0332-A748-8C2E-B511DCDBF93C}" srcOrd="0" destOrd="0" presId="urn:microsoft.com/office/officeart/2005/8/layout/vList2"/>
    <dgm:cxn modelId="{444650D8-BBE9-CB4F-AB34-F306DFEC0185}" type="presOf" srcId="{1B652B3D-B4FE-4685-8BDB-7D0618322164}" destId="{F4313016-B3A3-6249-980B-15BDAAA0C53D}" srcOrd="0" destOrd="0" presId="urn:microsoft.com/office/officeart/2005/8/layout/vList2"/>
    <dgm:cxn modelId="{12CE59E1-E87D-F740-A5AB-93A7315305FF}" type="presOf" srcId="{7546A55D-D889-486C-B490-AF6EFC5A0659}" destId="{8DA045AC-6C5E-9146-A3B8-A2765A09CEFB}" srcOrd="0" destOrd="0" presId="urn:microsoft.com/office/officeart/2005/8/layout/vList2"/>
    <dgm:cxn modelId="{E608FD42-0BD0-BF40-A1AF-A6086C9CF4BE}" type="presParOf" srcId="{8BF19530-A525-634A-B55D-180A32CF6E43}" destId="{23C43011-0332-A748-8C2E-B511DCDBF93C}" srcOrd="0" destOrd="0" presId="urn:microsoft.com/office/officeart/2005/8/layout/vList2"/>
    <dgm:cxn modelId="{BF7EBC41-8438-3F4A-8112-0804DDBC8A75}" type="presParOf" srcId="{8BF19530-A525-634A-B55D-180A32CF6E43}" destId="{1D118E64-574C-F642-B803-B094A2074AE4}" srcOrd="1" destOrd="0" presId="urn:microsoft.com/office/officeart/2005/8/layout/vList2"/>
    <dgm:cxn modelId="{5AAB77A7-C854-B542-88CE-87CF2B76F015}" type="presParOf" srcId="{8BF19530-A525-634A-B55D-180A32CF6E43}" destId="{F4313016-B3A3-6249-980B-15BDAAA0C53D}" srcOrd="2" destOrd="0" presId="urn:microsoft.com/office/officeart/2005/8/layout/vList2"/>
    <dgm:cxn modelId="{E0E3F576-18A2-B542-80E5-4FDEEF05DB4B}" type="presParOf" srcId="{8BF19530-A525-634A-B55D-180A32CF6E43}" destId="{8EF4FF36-F536-A14C-B035-4BF13402C1EE}" srcOrd="3" destOrd="0" presId="urn:microsoft.com/office/officeart/2005/8/layout/vList2"/>
    <dgm:cxn modelId="{C9D43F58-9604-B743-BF39-AD783E542AC5}" type="presParOf" srcId="{8BF19530-A525-634A-B55D-180A32CF6E43}" destId="{8DA045AC-6C5E-9146-A3B8-A2765A09CEFB}" srcOrd="4" destOrd="0" presId="urn:microsoft.com/office/officeart/2005/8/layout/vList2"/>
    <dgm:cxn modelId="{F4B30C6D-4CFF-2241-B531-5F6D07A8C6C7}" type="presParOf" srcId="{8BF19530-A525-634A-B55D-180A32CF6E43}" destId="{1FD6D591-3E20-C24B-9B2F-8715D7ABF6C5}" srcOrd="5" destOrd="0" presId="urn:microsoft.com/office/officeart/2005/8/layout/vList2"/>
    <dgm:cxn modelId="{EA82130C-A17C-2C41-90F3-13E373A7B3A2}" type="presParOf" srcId="{8BF19530-A525-634A-B55D-180A32CF6E43}" destId="{00BFDCAC-2856-524D-9C78-0E09612B75C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B1582F-2A22-488C-B47E-16AB4D8CF66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7E9FF7E-97A5-4C57-827F-1EB86998EA34}">
      <dgm:prSet/>
      <dgm:spPr/>
      <dgm:t>
        <a:bodyPr/>
        <a:lstStyle/>
        <a:p>
          <a:pPr>
            <a:defRPr cap="all"/>
          </a:pPr>
          <a:r>
            <a:rPr lang="en-US"/>
            <a:t>A website is a collection of interconnected web pages accessible through the internet</a:t>
          </a:r>
        </a:p>
      </dgm:t>
    </dgm:pt>
    <dgm:pt modelId="{28A17538-ED9B-41B9-A2DA-1FCD68654D65}" type="parTrans" cxnId="{82787C33-D945-4C25-BC84-196AE32842ED}">
      <dgm:prSet/>
      <dgm:spPr/>
      <dgm:t>
        <a:bodyPr/>
        <a:lstStyle/>
        <a:p>
          <a:endParaRPr lang="en-US"/>
        </a:p>
      </dgm:t>
    </dgm:pt>
    <dgm:pt modelId="{4A200AB2-064A-45F2-A440-828F5685778C}" type="sibTrans" cxnId="{82787C33-D945-4C25-BC84-196AE32842ED}">
      <dgm:prSet/>
      <dgm:spPr/>
      <dgm:t>
        <a:bodyPr/>
        <a:lstStyle/>
        <a:p>
          <a:endParaRPr lang="en-US"/>
        </a:p>
      </dgm:t>
    </dgm:pt>
    <dgm:pt modelId="{931DE66B-1BA9-498C-A244-BCB8E4B53279}">
      <dgm:prSet/>
      <dgm:spPr/>
      <dgm:t>
        <a:bodyPr/>
        <a:lstStyle/>
        <a:p>
          <a:pPr>
            <a:defRPr cap="all"/>
          </a:pPr>
          <a:r>
            <a:rPr lang="en-US"/>
            <a:t>Delivered by a web server and viewed through a web browser</a:t>
          </a:r>
        </a:p>
      </dgm:t>
    </dgm:pt>
    <dgm:pt modelId="{6C7046BF-03F8-441E-85BF-708A4D7F5F0D}" type="parTrans" cxnId="{B25BE1CA-29FA-4514-AB80-7CD592067AC0}">
      <dgm:prSet/>
      <dgm:spPr/>
      <dgm:t>
        <a:bodyPr/>
        <a:lstStyle/>
        <a:p>
          <a:endParaRPr lang="en-US"/>
        </a:p>
      </dgm:t>
    </dgm:pt>
    <dgm:pt modelId="{BFB09ACE-A5AF-4F92-9571-4923ED19DC88}" type="sibTrans" cxnId="{B25BE1CA-29FA-4514-AB80-7CD592067AC0}">
      <dgm:prSet/>
      <dgm:spPr/>
      <dgm:t>
        <a:bodyPr/>
        <a:lstStyle/>
        <a:p>
          <a:endParaRPr lang="en-US"/>
        </a:p>
      </dgm:t>
    </dgm:pt>
    <dgm:pt modelId="{60A36127-FF2B-48FD-91BC-E49AF058F018}">
      <dgm:prSet/>
      <dgm:spPr/>
      <dgm:t>
        <a:bodyPr/>
        <a:lstStyle/>
        <a:p>
          <a:pPr>
            <a:defRPr cap="all"/>
          </a:pPr>
          <a:r>
            <a:rPr lang="en-US"/>
            <a:t>Built using standard web technologies</a:t>
          </a:r>
        </a:p>
      </dgm:t>
    </dgm:pt>
    <dgm:pt modelId="{A63554FF-5D09-4ACA-8BC3-273252626229}" type="parTrans" cxnId="{606841CD-9953-4B6D-9496-F704B5A0D634}">
      <dgm:prSet/>
      <dgm:spPr/>
      <dgm:t>
        <a:bodyPr/>
        <a:lstStyle/>
        <a:p>
          <a:endParaRPr lang="en-US"/>
        </a:p>
      </dgm:t>
    </dgm:pt>
    <dgm:pt modelId="{AFCDC100-0657-448E-9AB3-23CC89C91C2D}" type="sibTrans" cxnId="{606841CD-9953-4B6D-9496-F704B5A0D634}">
      <dgm:prSet/>
      <dgm:spPr/>
      <dgm:t>
        <a:bodyPr/>
        <a:lstStyle/>
        <a:p>
          <a:endParaRPr lang="en-US"/>
        </a:p>
      </dgm:t>
    </dgm:pt>
    <dgm:pt modelId="{8A33A659-F64E-4761-A1B5-8B67C1B32BDE}">
      <dgm:prSet/>
      <dgm:spPr/>
      <dgm:t>
        <a:bodyPr/>
        <a:lstStyle/>
        <a:p>
          <a:pPr>
            <a:defRPr cap="all"/>
          </a:pPr>
          <a:r>
            <a:rPr lang="en-US"/>
            <a:t>Can contain text, images, documents, audio, video, and interactive elements</a:t>
          </a:r>
        </a:p>
      </dgm:t>
    </dgm:pt>
    <dgm:pt modelId="{CEDD1D79-3313-4692-B307-88F1F0733706}" type="parTrans" cxnId="{573C89B8-AD13-4214-A534-C9F1E16FE687}">
      <dgm:prSet/>
      <dgm:spPr/>
      <dgm:t>
        <a:bodyPr/>
        <a:lstStyle/>
        <a:p>
          <a:endParaRPr lang="en-US"/>
        </a:p>
      </dgm:t>
    </dgm:pt>
    <dgm:pt modelId="{68E57D65-7B5C-4501-B293-4193DAFB4AA4}" type="sibTrans" cxnId="{573C89B8-AD13-4214-A534-C9F1E16FE687}">
      <dgm:prSet/>
      <dgm:spPr/>
      <dgm:t>
        <a:bodyPr/>
        <a:lstStyle/>
        <a:p>
          <a:endParaRPr lang="en-US"/>
        </a:p>
      </dgm:t>
    </dgm:pt>
    <dgm:pt modelId="{BBB616F7-623D-446D-8B42-22100020D590}" type="pres">
      <dgm:prSet presAssocID="{6DB1582F-2A22-488C-B47E-16AB4D8CF669}" presName="root" presStyleCnt="0">
        <dgm:presLayoutVars>
          <dgm:dir/>
          <dgm:resizeHandles val="exact"/>
        </dgm:presLayoutVars>
      </dgm:prSet>
      <dgm:spPr/>
    </dgm:pt>
    <dgm:pt modelId="{B5CE58CA-C59A-4D11-BAA9-D3444A9FDBB7}" type="pres">
      <dgm:prSet presAssocID="{87E9FF7E-97A5-4C57-827F-1EB86998EA34}" presName="compNode" presStyleCnt="0"/>
      <dgm:spPr/>
    </dgm:pt>
    <dgm:pt modelId="{592292BF-AA03-4E14-94C3-1DCDA2925B8C}" type="pres">
      <dgm:prSet presAssocID="{87E9FF7E-97A5-4C57-827F-1EB86998EA34}" presName="iconBgRect" presStyleLbl="bgShp" presStyleIdx="0" presStyleCnt="4"/>
      <dgm:spPr>
        <a:prstGeom prst="round2DiagRect">
          <a:avLst>
            <a:gd name="adj1" fmla="val 29727"/>
            <a:gd name="adj2" fmla="val 0"/>
          </a:avLst>
        </a:prstGeom>
      </dgm:spPr>
    </dgm:pt>
    <dgm:pt modelId="{53E663EA-1083-40EC-8429-CF8C22AB5D8A}" type="pres">
      <dgm:prSet presAssocID="{87E9FF7E-97A5-4C57-827F-1EB86998EA3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4A941BC1-6862-4731-A056-EB9A538118FF}" type="pres">
      <dgm:prSet presAssocID="{87E9FF7E-97A5-4C57-827F-1EB86998EA34}" presName="spaceRect" presStyleCnt="0"/>
      <dgm:spPr/>
    </dgm:pt>
    <dgm:pt modelId="{4A51EFDE-7AEC-4003-9CBF-FBE260EADF1C}" type="pres">
      <dgm:prSet presAssocID="{87E9FF7E-97A5-4C57-827F-1EB86998EA34}" presName="textRect" presStyleLbl="revTx" presStyleIdx="0" presStyleCnt="4">
        <dgm:presLayoutVars>
          <dgm:chMax val="1"/>
          <dgm:chPref val="1"/>
        </dgm:presLayoutVars>
      </dgm:prSet>
      <dgm:spPr/>
    </dgm:pt>
    <dgm:pt modelId="{98AE10C9-0244-404D-9B41-005026F7C1B4}" type="pres">
      <dgm:prSet presAssocID="{4A200AB2-064A-45F2-A440-828F5685778C}" presName="sibTrans" presStyleCnt="0"/>
      <dgm:spPr/>
    </dgm:pt>
    <dgm:pt modelId="{DC987464-A6FC-4E84-93EF-91443147322B}" type="pres">
      <dgm:prSet presAssocID="{931DE66B-1BA9-498C-A244-BCB8E4B53279}" presName="compNode" presStyleCnt="0"/>
      <dgm:spPr/>
    </dgm:pt>
    <dgm:pt modelId="{4C36B390-663E-4A81-AD1D-6AB9B2F739C6}" type="pres">
      <dgm:prSet presAssocID="{931DE66B-1BA9-498C-A244-BCB8E4B53279}" presName="iconBgRect" presStyleLbl="bgShp" presStyleIdx="1" presStyleCnt="4"/>
      <dgm:spPr>
        <a:prstGeom prst="round2DiagRect">
          <a:avLst>
            <a:gd name="adj1" fmla="val 29727"/>
            <a:gd name="adj2" fmla="val 0"/>
          </a:avLst>
        </a:prstGeom>
      </dgm:spPr>
    </dgm:pt>
    <dgm:pt modelId="{62F0E5C2-0D5D-4555-BBBE-CF65A28DAAFE}" type="pres">
      <dgm:prSet presAssocID="{931DE66B-1BA9-498C-A244-BCB8E4B5327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itor"/>
        </a:ext>
      </dgm:extLst>
    </dgm:pt>
    <dgm:pt modelId="{6EA0DD94-DE91-4C6B-84DF-4C41CCE477BC}" type="pres">
      <dgm:prSet presAssocID="{931DE66B-1BA9-498C-A244-BCB8E4B53279}" presName="spaceRect" presStyleCnt="0"/>
      <dgm:spPr/>
    </dgm:pt>
    <dgm:pt modelId="{3D29B39C-98C2-4E5B-AEA1-DDAF44568E1E}" type="pres">
      <dgm:prSet presAssocID="{931DE66B-1BA9-498C-A244-BCB8E4B53279}" presName="textRect" presStyleLbl="revTx" presStyleIdx="1" presStyleCnt="4">
        <dgm:presLayoutVars>
          <dgm:chMax val="1"/>
          <dgm:chPref val="1"/>
        </dgm:presLayoutVars>
      </dgm:prSet>
      <dgm:spPr/>
    </dgm:pt>
    <dgm:pt modelId="{DD68A66C-7E73-448A-9CA6-37A43B412543}" type="pres">
      <dgm:prSet presAssocID="{BFB09ACE-A5AF-4F92-9571-4923ED19DC88}" presName="sibTrans" presStyleCnt="0"/>
      <dgm:spPr/>
    </dgm:pt>
    <dgm:pt modelId="{26A90156-6A51-4428-B985-9A4020D4D123}" type="pres">
      <dgm:prSet presAssocID="{60A36127-FF2B-48FD-91BC-E49AF058F018}" presName="compNode" presStyleCnt="0"/>
      <dgm:spPr/>
    </dgm:pt>
    <dgm:pt modelId="{77BD35BF-958B-4AE5-B32E-197C6FA7524D}" type="pres">
      <dgm:prSet presAssocID="{60A36127-FF2B-48FD-91BC-E49AF058F018}" presName="iconBgRect" presStyleLbl="bgShp" presStyleIdx="2" presStyleCnt="4"/>
      <dgm:spPr>
        <a:prstGeom prst="round2DiagRect">
          <a:avLst>
            <a:gd name="adj1" fmla="val 29727"/>
            <a:gd name="adj2" fmla="val 0"/>
          </a:avLst>
        </a:prstGeom>
      </dgm:spPr>
    </dgm:pt>
    <dgm:pt modelId="{4349A76C-50CF-401B-88C3-5D4B061C2C7A}" type="pres">
      <dgm:prSet presAssocID="{60A36127-FF2B-48FD-91BC-E49AF058F01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27E232B1-1606-4D41-A9D0-A0FDC484DD92}" type="pres">
      <dgm:prSet presAssocID="{60A36127-FF2B-48FD-91BC-E49AF058F018}" presName="spaceRect" presStyleCnt="0"/>
      <dgm:spPr/>
    </dgm:pt>
    <dgm:pt modelId="{1DBD248E-AEBF-4992-93DF-4B9AC7FAB06D}" type="pres">
      <dgm:prSet presAssocID="{60A36127-FF2B-48FD-91BC-E49AF058F018}" presName="textRect" presStyleLbl="revTx" presStyleIdx="2" presStyleCnt="4">
        <dgm:presLayoutVars>
          <dgm:chMax val="1"/>
          <dgm:chPref val="1"/>
        </dgm:presLayoutVars>
      </dgm:prSet>
      <dgm:spPr/>
    </dgm:pt>
    <dgm:pt modelId="{FBE99A0A-4532-4F60-B704-4D570084EFF9}" type="pres">
      <dgm:prSet presAssocID="{AFCDC100-0657-448E-9AB3-23CC89C91C2D}" presName="sibTrans" presStyleCnt="0"/>
      <dgm:spPr/>
    </dgm:pt>
    <dgm:pt modelId="{CD3E5344-1E0A-485E-B366-C64A08DD9E39}" type="pres">
      <dgm:prSet presAssocID="{8A33A659-F64E-4761-A1B5-8B67C1B32BDE}" presName="compNode" presStyleCnt="0"/>
      <dgm:spPr/>
    </dgm:pt>
    <dgm:pt modelId="{333F4A2C-6EBA-43BB-82BE-8686A6E21575}" type="pres">
      <dgm:prSet presAssocID="{8A33A659-F64E-4761-A1B5-8B67C1B32BDE}" presName="iconBgRect" presStyleLbl="bgShp" presStyleIdx="3" presStyleCnt="4"/>
      <dgm:spPr>
        <a:prstGeom prst="round2DiagRect">
          <a:avLst>
            <a:gd name="adj1" fmla="val 29727"/>
            <a:gd name="adj2" fmla="val 0"/>
          </a:avLst>
        </a:prstGeom>
      </dgm:spPr>
    </dgm:pt>
    <dgm:pt modelId="{430F2EAB-9E9F-4E03-8A9F-E45C20EB8491}" type="pres">
      <dgm:prSet presAssocID="{8A33A659-F64E-4761-A1B5-8B67C1B32BD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odcast"/>
        </a:ext>
      </dgm:extLst>
    </dgm:pt>
    <dgm:pt modelId="{F25332B0-AF72-413E-BFA6-7A8EEBB004D6}" type="pres">
      <dgm:prSet presAssocID="{8A33A659-F64E-4761-A1B5-8B67C1B32BDE}" presName="spaceRect" presStyleCnt="0"/>
      <dgm:spPr/>
    </dgm:pt>
    <dgm:pt modelId="{521DB129-3681-491A-8E48-3B4D898DE4B1}" type="pres">
      <dgm:prSet presAssocID="{8A33A659-F64E-4761-A1B5-8B67C1B32BDE}" presName="textRect" presStyleLbl="revTx" presStyleIdx="3" presStyleCnt="4">
        <dgm:presLayoutVars>
          <dgm:chMax val="1"/>
          <dgm:chPref val="1"/>
        </dgm:presLayoutVars>
      </dgm:prSet>
      <dgm:spPr/>
    </dgm:pt>
  </dgm:ptLst>
  <dgm:cxnLst>
    <dgm:cxn modelId="{93C52916-FB95-4D02-A669-E0F46AE26765}" type="presOf" srcId="{87E9FF7E-97A5-4C57-827F-1EB86998EA34}" destId="{4A51EFDE-7AEC-4003-9CBF-FBE260EADF1C}" srcOrd="0" destOrd="0" presId="urn:microsoft.com/office/officeart/2018/5/layout/IconLeafLabelList"/>
    <dgm:cxn modelId="{82787C33-D945-4C25-BC84-196AE32842ED}" srcId="{6DB1582F-2A22-488C-B47E-16AB4D8CF669}" destId="{87E9FF7E-97A5-4C57-827F-1EB86998EA34}" srcOrd="0" destOrd="0" parTransId="{28A17538-ED9B-41B9-A2DA-1FCD68654D65}" sibTransId="{4A200AB2-064A-45F2-A440-828F5685778C}"/>
    <dgm:cxn modelId="{573C89B8-AD13-4214-A534-C9F1E16FE687}" srcId="{6DB1582F-2A22-488C-B47E-16AB4D8CF669}" destId="{8A33A659-F64E-4761-A1B5-8B67C1B32BDE}" srcOrd="3" destOrd="0" parTransId="{CEDD1D79-3313-4692-B307-88F1F0733706}" sibTransId="{68E57D65-7B5C-4501-B293-4193DAFB4AA4}"/>
    <dgm:cxn modelId="{26C159C1-5B6B-4158-96FA-DA3A1CAC0434}" type="presOf" srcId="{60A36127-FF2B-48FD-91BC-E49AF058F018}" destId="{1DBD248E-AEBF-4992-93DF-4B9AC7FAB06D}" srcOrd="0" destOrd="0" presId="urn:microsoft.com/office/officeart/2018/5/layout/IconLeafLabelList"/>
    <dgm:cxn modelId="{B25BE1CA-29FA-4514-AB80-7CD592067AC0}" srcId="{6DB1582F-2A22-488C-B47E-16AB4D8CF669}" destId="{931DE66B-1BA9-498C-A244-BCB8E4B53279}" srcOrd="1" destOrd="0" parTransId="{6C7046BF-03F8-441E-85BF-708A4D7F5F0D}" sibTransId="{BFB09ACE-A5AF-4F92-9571-4923ED19DC88}"/>
    <dgm:cxn modelId="{606841CD-9953-4B6D-9496-F704B5A0D634}" srcId="{6DB1582F-2A22-488C-B47E-16AB4D8CF669}" destId="{60A36127-FF2B-48FD-91BC-E49AF058F018}" srcOrd="2" destOrd="0" parTransId="{A63554FF-5D09-4ACA-8BC3-273252626229}" sibTransId="{AFCDC100-0657-448E-9AB3-23CC89C91C2D}"/>
    <dgm:cxn modelId="{088193CF-F181-4065-AF90-77F4FA1A9570}" type="presOf" srcId="{6DB1582F-2A22-488C-B47E-16AB4D8CF669}" destId="{BBB616F7-623D-446D-8B42-22100020D590}" srcOrd="0" destOrd="0" presId="urn:microsoft.com/office/officeart/2018/5/layout/IconLeafLabelList"/>
    <dgm:cxn modelId="{1738CECF-3590-4322-B3C1-8093CC2C77F0}" type="presOf" srcId="{8A33A659-F64E-4761-A1B5-8B67C1B32BDE}" destId="{521DB129-3681-491A-8E48-3B4D898DE4B1}" srcOrd="0" destOrd="0" presId="urn:microsoft.com/office/officeart/2018/5/layout/IconLeafLabelList"/>
    <dgm:cxn modelId="{CEE912EE-73A4-4345-93CA-ACE23CB80FCF}" type="presOf" srcId="{931DE66B-1BA9-498C-A244-BCB8E4B53279}" destId="{3D29B39C-98C2-4E5B-AEA1-DDAF44568E1E}" srcOrd="0" destOrd="0" presId="urn:microsoft.com/office/officeart/2018/5/layout/IconLeafLabelList"/>
    <dgm:cxn modelId="{3E6FD8D3-AD22-4CF6-9FDD-C9B70A950550}" type="presParOf" srcId="{BBB616F7-623D-446D-8B42-22100020D590}" destId="{B5CE58CA-C59A-4D11-BAA9-D3444A9FDBB7}" srcOrd="0" destOrd="0" presId="urn:microsoft.com/office/officeart/2018/5/layout/IconLeafLabelList"/>
    <dgm:cxn modelId="{D1777CE2-4BB6-4B8A-A4E7-D815194C53F2}" type="presParOf" srcId="{B5CE58CA-C59A-4D11-BAA9-D3444A9FDBB7}" destId="{592292BF-AA03-4E14-94C3-1DCDA2925B8C}" srcOrd="0" destOrd="0" presId="urn:microsoft.com/office/officeart/2018/5/layout/IconLeafLabelList"/>
    <dgm:cxn modelId="{4B91D337-0934-49B5-9132-7AB5B8C880E2}" type="presParOf" srcId="{B5CE58CA-C59A-4D11-BAA9-D3444A9FDBB7}" destId="{53E663EA-1083-40EC-8429-CF8C22AB5D8A}" srcOrd="1" destOrd="0" presId="urn:microsoft.com/office/officeart/2018/5/layout/IconLeafLabelList"/>
    <dgm:cxn modelId="{13AB72E8-CED4-469D-80B2-E422CDF34DC4}" type="presParOf" srcId="{B5CE58CA-C59A-4D11-BAA9-D3444A9FDBB7}" destId="{4A941BC1-6862-4731-A056-EB9A538118FF}" srcOrd="2" destOrd="0" presId="urn:microsoft.com/office/officeart/2018/5/layout/IconLeafLabelList"/>
    <dgm:cxn modelId="{CB68162F-B9CA-4152-979A-D5E5E72BB9BA}" type="presParOf" srcId="{B5CE58CA-C59A-4D11-BAA9-D3444A9FDBB7}" destId="{4A51EFDE-7AEC-4003-9CBF-FBE260EADF1C}" srcOrd="3" destOrd="0" presId="urn:microsoft.com/office/officeart/2018/5/layout/IconLeafLabelList"/>
    <dgm:cxn modelId="{6716712A-2CC4-4159-951E-47AC7279602F}" type="presParOf" srcId="{BBB616F7-623D-446D-8B42-22100020D590}" destId="{98AE10C9-0244-404D-9B41-005026F7C1B4}" srcOrd="1" destOrd="0" presId="urn:microsoft.com/office/officeart/2018/5/layout/IconLeafLabelList"/>
    <dgm:cxn modelId="{E2638227-0786-46CE-B72A-32D96C7C692D}" type="presParOf" srcId="{BBB616F7-623D-446D-8B42-22100020D590}" destId="{DC987464-A6FC-4E84-93EF-91443147322B}" srcOrd="2" destOrd="0" presId="urn:microsoft.com/office/officeart/2018/5/layout/IconLeafLabelList"/>
    <dgm:cxn modelId="{3215B6DB-6006-489A-B975-4A75E69A4CD7}" type="presParOf" srcId="{DC987464-A6FC-4E84-93EF-91443147322B}" destId="{4C36B390-663E-4A81-AD1D-6AB9B2F739C6}" srcOrd="0" destOrd="0" presId="urn:microsoft.com/office/officeart/2018/5/layout/IconLeafLabelList"/>
    <dgm:cxn modelId="{C063F87D-6A26-4A83-9549-50C5ACEA74E7}" type="presParOf" srcId="{DC987464-A6FC-4E84-93EF-91443147322B}" destId="{62F0E5C2-0D5D-4555-BBBE-CF65A28DAAFE}" srcOrd="1" destOrd="0" presId="urn:microsoft.com/office/officeart/2018/5/layout/IconLeafLabelList"/>
    <dgm:cxn modelId="{0FE10EB8-3A71-4DA7-AFFE-B69D26FF107C}" type="presParOf" srcId="{DC987464-A6FC-4E84-93EF-91443147322B}" destId="{6EA0DD94-DE91-4C6B-84DF-4C41CCE477BC}" srcOrd="2" destOrd="0" presId="urn:microsoft.com/office/officeart/2018/5/layout/IconLeafLabelList"/>
    <dgm:cxn modelId="{7892F541-9DAB-4EB0-A430-B88F296D6602}" type="presParOf" srcId="{DC987464-A6FC-4E84-93EF-91443147322B}" destId="{3D29B39C-98C2-4E5B-AEA1-DDAF44568E1E}" srcOrd="3" destOrd="0" presId="urn:microsoft.com/office/officeart/2018/5/layout/IconLeafLabelList"/>
    <dgm:cxn modelId="{9C127E39-5983-4387-82F0-E54EE6F3C82B}" type="presParOf" srcId="{BBB616F7-623D-446D-8B42-22100020D590}" destId="{DD68A66C-7E73-448A-9CA6-37A43B412543}" srcOrd="3" destOrd="0" presId="urn:microsoft.com/office/officeart/2018/5/layout/IconLeafLabelList"/>
    <dgm:cxn modelId="{CBCAFAD0-A89B-4099-9EF4-6F6F82FD567D}" type="presParOf" srcId="{BBB616F7-623D-446D-8B42-22100020D590}" destId="{26A90156-6A51-4428-B985-9A4020D4D123}" srcOrd="4" destOrd="0" presId="urn:microsoft.com/office/officeart/2018/5/layout/IconLeafLabelList"/>
    <dgm:cxn modelId="{91E7804B-92F7-421C-AE56-6F6F634E36F5}" type="presParOf" srcId="{26A90156-6A51-4428-B985-9A4020D4D123}" destId="{77BD35BF-958B-4AE5-B32E-197C6FA7524D}" srcOrd="0" destOrd="0" presId="urn:microsoft.com/office/officeart/2018/5/layout/IconLeafLabelList"/>
    <dgm:cxn modelId="{947DC780-564B-41DB-A6D8-C7A56FC2079B}" type="presParOf" srcId="{26A90156-6A51-4428-B985-9A4020D4D123}" destId="{4349A76C-50CF-401B-88C3-5D4B061C2C7A}" srcOrd="1" destOrd="0" presId="urn:microsoft.com/office/officeart/2018/5/layout/IconLeafLabelList"/>
    <dgm:cxn modelId="{7928BDC5-5793-4525-B9ED-93545C95C7A7}" type="presParOf" srcId="{26A90156-6A51-4428-B985-9A4020D4D123}" destId="{27E232B1-1606-4D41-A9D0-A0FDC484DD92}" srcOrd="2" destOrd="0" presId="urn:microsoft.com/office/officeart/2018/5/layout/IconLeafLabelList"/>
    <dgm:cxn modelId="{31CFA13A-63DF-49C6-A153-D29CC8144065}" type="presParOf" srcId="{26A90156-6A51-4428-B985-9A4020D4D123}" destId="{1DBD248E-AEBF-4992-93DF-4B9AC7FAB06D}" srcOrd="3" destOrd="0" presId="urn:microsoft.com/office/officeart/2018/5/layout/IconLeafLabelList"/>
    <dgm:cxn modelId="{6BC7D1B4-4D9E-47A2-B68C-C9A9FDA847C5}" type="presParOf" srcId="{BBB616F7-623D-446D-8B42-22100020D590}" destId="{FBE99A0A-4532-4F60-B704-4D570084EFF9}" srcOrd="5" destOrd="0" presId="urn:microsoft.com/office/officeart/2018/5/layout/IconLeafLabelList"/>
    <dgm:cxn modelId="{44284534-2F35-4EDB-81B3-3E7C2AFBA08E}" type="presParOf" srcId="{BBB616F7-623D-446D-8B42-22100020D590}" destId="{CD3E5344-1E0A-485E-B366-C64A08DD9E39}" srcOrd="6" destOrd="0" presId="urn:microsoft.com/office/officeart/2018/5/layout/IconLeafLabelList"/>
    <dgm:cxn modelId="{261939B5-E545-4C91-8994-59E173097C9F}" type="presParOf" srcId="{CD3E5344-1E0A-485E-B366-C64A08DD9E39}" destId="{333F4A2C-6EBA-43BB-82BE-8686A6E21575}" srcOrd="0" destOrd="0" presId="urn:microsoft.com/office/officeart/2018/5/layout/IconLeafLabelList"/>
    <dgm:cxn modelId="{6E305FB7-BE89-4E5A-B2D3-C47D69CDA0B4}" type="presParOf" srcId="{CD3E5344-1E0A-485E-B366-C64A08DD9E39}" destId="{430F2EAB-9E9F-4E03-8A9F-E45C20EB8491}" srcOrd="1" destOrd="0" presId="urn:microsoft.com/office/officeart/2018/5/layout/IconLeafLabelList"/>
    <dgm:cxn modelId="{0B460F1B-671C-4B66-8351-0197FB9ACB34}" type="presParOf" srcId="{CD3E5344-1E0A-485E-B366-C64A08DD9E39}" destId="{F25332B0-AF72-413E-BFA6-7A8EEBB004D6}" srcOrd="2" destOrd="0" presId="urn:microsoft.com/office/officeart/2018/5/layout/IconLeafLabelList"/>
    <dgm:cxn modelId="{86831701-5590-4B7C-895D-50CC6C5C6483}" type="presParOf" srcId="{CD3E5344-1E0A-485E-B366-C64A08DD9E39}" destId="{521DB129-3681-491A-8E48-3B4D898DE4B1}"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626B4B-10B0-42CC-B24E-14D2A7C0791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FD875E3-E2A1-4188-8042-0E8C0C631213}">
      <dgm:prSet/>
      <dgm:spPr/>
      <dgm:t>
        <a:bodyPr/>
        <a:lstStyle/>
        <a:p>
          <a:r>
            <a:rPr lang="en-US"/>
            <a:t>HTML — Structure: Defines layout and content</a:t>
          </a:r>
        </a:p>
      </dgm:t>
    </dgm:pt>
    <dgm:pt modelId="{8D77838F-5856-4BB2-A32A-4F331B6F46D0}" type="parTrans" cxnId="{EDE56093-7490-4CD8-B573-4B91B8479D26}">
      <dgm:prSet/>
      <dgm:spPr/>
      <dgm:t>
        <a:bodyPr/>
        <a:lstStyle/>
        <a:p>
          <a:endParaRPr lang="en-US"/>
        </a:p>
      </dgm:t>
    </dgm:pt>
    <dgm:pt modelId="{6269D9FD-653E-4CF2-9E5D-6450F5BE696C}" type="sibTrans" cxnId="{EDE56093-7490-4CD8-B573-4B91B8479D26}">
      <dgm:prSet/>
      <dgm:spPr/>
      <dgm:t>
        <a:bodyPr/>
        <a:lstStyle/>
        <a:p>
          <a:endParaRPr lang="en-US"/>
        </a:p>
      </dgm:t>
    </dgm:pt>
    <dgm:pt modelId="{7D1F5B76-027E-403F-8673-6D420E7D8434}">
      <dgm:prSet/>
      <dgm:spPr/>
      <dgm:t>
        <a:bodyPr/>
        <a:lstStyle/>
        <a:p>
          <a:r>
            <a:rPr lang="en-US"/>
            <a:t>CSS — Style: Controls colors, fonts, spacing, layout</a:t>
          </a:r>
        </a:p>
      </dgm:t>
    </dgm:pt>
    <dgm:pt modelId="{064CCD02-A306-4735-95DC-763DFF9BC690}" type="parTrans" cxnId="{6644DFEF-A8DF-41BF-98F7-BDD0DE3C337A}">
      <dgm:prSet/>
      <dgm:spPr/>
      <dgm:t>
        <a:bodyPr/>
        <a:lstStyle/>
        <a:p>
          <a:endParaRPr lang="en-US"/>
        </a:p>
      </dgm:t>
    </dgm:pt>
    <dgm:pt modelId="{46782FCE-3F6F-4457-9666-A033E5D02D8E}" type="sibTrans" cxnId="{6644DFEF-A8DF-41BF-98F7-BDD0DE3C337A}">
      <dgm:prSet/>
      <dgm:spPr/>
      <dgm:t>
        <a:bodyPr/>
        <a:lstStyle/>
        <a:p>
          <a:endParaRPr lang="en-US"/>
        </a:p>
      </dgm:t>
    </dgm:pt>
    <dgm:pt modelId="{6E5B5477-1C6B-47C5-9A45-1F1F4FC401B2}">
      <dgm:prSet/>
      <dgm:spPr/>
      <dgm:t>
        <a:bodyPr/>
        <a:lstStyle/>
        <a:p>
          <a:r>
            <a:rPr lang="en-US"/>
            <a:t>JavaScript — Behavior: Adds interactivity and dynamic features</a:t>
          </a:r>
        </a:p>
      </dgm:t>
    </dgm:pt>
    <dgm:pt modelId="{42EF097E-A70F-4716-9AB0-CF90108D92C4}" type="parTrans" cxnId="{F9C7C2FC-DA72-4F2C-A4BE-C6AC5E4CCEE5}">
      <dgm:prSet/>
      <dgm:spPr/>
      <dgm:t>
        <a:bodyPr/>
        <a:lstStyle/>
        <a:p>
          <a:endParaRPr lang="en-US"/>
        </a:p>
      </dgm:t>
    </dgm:pt>
    <dgm:pt modelId="{62C57EF0-274E-4894-B765-3BDB21D4A5AF}" type="sibTrans" cxnId="{F9C7C2FC-DA72-4F2C-A4BE-C6AC5E4CCEE5}">
      <dgm:prSet/>
      <dgm:spPr/>
      <dgm:t>
        <a:bodyPr/>
        <a:lstStyle/>
        <a:p>
          <a:endParaRPr lang="en-US"/>
        </a:p>
      </dgm:t>
    </dgm:pt>
    <dgm:pt modelId="{2D7B9DCF-B5E6-1842-9B14-F3B9F0830485}" type="pres">
      <dgm:prSet presAssocID="{A1626B4B-10B0-42CC-B24E-14D2A7C07913}" presName="hierChild1" presStyleCnt="0">
        <dgm:presLayoutVars>
          <dgm:chPref val="1"/>
          <dgm:dir/>
          <dgm:animOne val="branch"/>
          <dgm:animLvl val="lvl"/>
          <dgm:resizeHandles/>
        </dgm:presLayoutVars>
      </dgm:prSet>
      <dgm:spPr/>
    </dgm:pt>
    <dgm:pt modelId="{F90F5CB6-5024-DB48-85AC-893A4B3D79EF}" type="pres">
      <dgm:prSet presAssocID="{CFD875E3-E2A1-4188-8042-0E8C0C631213}" presName="hierRoot1" presStyleCnt="0"/>
      <dgm:spPr/>
    </dgm:pt>
    <dgm:pt modelId="{529DEF09-AAB3-C54A-A668-FD3897455ABA}" type="pres">
      <dgm:prSet presAssocID="{CFD875E3-E2A1-4188-8042-0E8C0C631213}" presName="composite" presStyleCnt="0"/>
      <dgm:spPr/>
    </dgm:pt>
    <dgm:pt modelId="{6622A1A3-6F50-FC4C-A300-73A3685189F4}" type="pres">
      <dgm:prSet presAssocID="{CFD875E3-E2A1-4188-8042-0E8C0C631213}" presName="background" presStyleLbl="node0" presStyleIdx="0" presStyleCnt="3"/>
      <dgm:spPr/>
    </dgm:pt>
    <dgm:pt modelId="{4B6AD278-7525-6A48-BDD4-7BD6B9BDE303}" type="pres">
      <dgm:prSet presAssocID="{CFD875E3-E2A1-4188-8042-0E8C0C631213}" presName="text" presStyleLbl="fgAcc0" presStyleIdx="0" presStyleCnt="3">
        <dgm:presLayoutVars>
          <dgm:chPref val="3"/>
        </dgm:presLayoutVars>
      </dgm:prSet>
      <dgm:spPr/>
    </dgm:pt>
    <dgm:pt modelId="{674FEB81-FE67-9446-8DFB-A32DC186E77C}" type="pres">
      <dgm:prSet presAssocID="{CFD875E3-E2A1-4188-8042-0E8C0C631213}" presName="hierChild2" presStyleCnt="0"/>
      <dgm:spPr/>
    </dgm:pt>
    <dgm:pt modelId="{DAFA22A6-35C4-784F-BF96-5575074405EE}" type="pres">
      <dgm:prSet presAssocID="{7D1F5B76-027E-403F-8673-6D420E7D8434}" presName="hierRoot1" presStyleCnt="0"/>
      <dgm:spPr/>
    </dgm:pt>
    <dgm:pt modelId="{15AE3F22-B687-4649-812C-97EA10BCB70F}" type="pres">
      <dgm:prSet presAssocID="{7D1F5B76-027E-403F-8673-6D420E7D8434}" presName="composite" presStyleCnt="0"/>
      <dgm:spPr/>
    </dgm:pt>
    <dgm:pt modelId="{F3711863-A2D2-5F46-8CDC-9B1C84005B41}" type="pres">
      <dgm:prSet presAssocID="{7D1F5B76-027E-403F-8673-6D420E7D8434}" presName="background" presStyleLbl="node0" presStyleIdx="1" presStyleCnt="3"/>
      <dgm:spPr/>
    </dgm:pt>
    <dgm:pt modelId="{FAA1915C-C644-2E47-AC8C-4AFE78737438}" type="pres">
      <dgm:prSet presAssocID="{7D1F5B76-027E-403F-8673-6D420E7D8434}" presName="text" presStyleLbl="fgAcc0" presStyleIdx="1" presStyleCnt="3">
        <dgm:presLayoutVars>
          <dgm:chPref val="3"/>
        </dgm:presLayoutVars>
      </dgm:prSet>
      <dgm:spPr/>
    </dgm:pt>
    <dgm:pt modelId="{67A00D2C-18D8-7140-9F87-15D2662984D2}" type="pres">
      <dgm:prSet presAssocID="{7D1F5B76-027E-403F-8673-6D420E7D8434}" presName="hierChild2" presStyleCnt="0"/>
      <dgm:spPr/>
    </dgm:pt>
    <dgm:pt modelId="{9A25314A-C531-5E4E-BCEE-66619C4C492A}" type="pres">
      <dgm:prSet presAssocID="{6E5B5477-1C6B-47C5-9A45-1F1F4FC401B2}" presName="hierRoot1" presStyleCnt="0"/>
      <dgm:spPr/>
    </dgm:pt>
    <dgm:pt modelId="{3C25709D-2CEC-7A42-9374-69483CFD1716}" type="pres">
      <dgm:prSet presAssocID="{6E5B5477-1C6B-47C5-9A45-1F1F4FC401B2}" presName="composite" presStyleCnt="0"/>
      <dgm:spPr/>
    </dgm:pt>
    <dgm:pt modelId="{8A52A33A-F85E-EF4B-8629-1AE28AAE8629}" type="pres">
      <dgm:prSet presAssocID="{6E5B5477-1C6B-47C5-9A45-1F1F4FC401B2}" presName="background" presStyleLbl="node0" presStyleIdx="2" presStyleCnt="3"/>
      <dgm:spPr/>
    </dgm:pt>
    <dgm:pt modelId="{DE7EC54C-CFF4-6D4A-90C1-CB5279ED2CF9}" type="pres">
      <dgm:prSet presAssocID="{6E5B5477-1C6B-47C5-9A45-1F1F4FC401B2}" presName="text" presStyleLbl="fgAcc0" presStyleIdx="2" presStyleCnt="3">
        <dgm:presLayoutVars>
          <dgm:chPref val="3"/>
        </dgm:presLayoutVars>
      </dgm:prSet>
      <dgm:spPr/>
    </dgm:pt>
    <dgm:pt modelId="{7ED3E4ED-BEEE-AB41-815D-6EC56441A7E1}" type="pres">
      <dgm:prSet presAssocID="{6E5B5477-1C6B-47C5-9A45-1F1F4FC401B2}" presName="hierChild2" presStyleCnt="0"/>
      <dgm:spPr/>
    </dgm:pt>
  </dgm:ptLst>
  <dgm:cxnLst>
    <dgm:cxn modelId="{97DD4D37-82A3-2B48-BA70-B91555EC2ADE}" type="presOf" srcId="{CFD875E3-E2A1-4188-8042-0E8C0C631213}" destId="{4B6AD278-7525-6A48-BDD4-7BD6B9BDE303}" srcOrd="0" destOrd="0" presId="urn:microsoft.com/office/officeart/2005/8/layout/hierarchy1"/>
    <dgm:cxn modelId="{8E464855-8B9A-484E-89AD-E17406A6506A}" type="presOf" srcId="{A1626B4B-10B0-42CC-B24E-14D2A7C07913}" destId="{2D7B9DCF-B5E6-1842-9B14-F3B9F0830485}" srcOrd="0" destOrd="0" presId="urn:microsoft.com/office/officeart/2005/8/layout/hierarchy1"/>
    <dgm:cxn modelId="{5AABCD8C-A59D-2443-AA1E-25D0024F9D49}" type="presOf" srcId="{7D1F5B76-027E-403F-8673-6D420E7D8434}" destId="{FAA1915C-C644-2E47-AC8C-4AFE78737438}" srcOrd="0" destOrd="0" presId="urn:microsoft.com/office/officeart/2005/8/layout/hierarchy1"/>
    <dgm:cxn modelId="{EDE56093-7490-4CD8-B573-4B91B8479D26}" srcId="{A1626B4B-10B0-42CC-B24E-14D2A7C07913}" destId="{CFD875E3-E2A1-4188-8042-0E8C0C631213}" srcOrd="0" destOrd="0" parTransId="{8D77838F-5856-4BB2-A32A-4F331B6F46D0}" sibTransId="{6269D9FD-653E-4CF2-9E5D-6450F5BE696C}"/>
    <dgm:cxn modelId="{6644DFEF-A8DF-41BF-98F7-BDD0DE3C337A}" srcId="{A1626B4B-10B0-42CC-B24E-14D2A7C07913}" destId="{7D1F5B76-027E-403F-8673-6D420E7D8434}" srcOrd="1" destOrd="0" parTransId="{064CCD02-A306-4735-95DC-763DFF9BC690}" sibTransId="{46782FCE-3F6F-4457-9666-A033E5D02D8E}"/>
    <dgm:cxn modelId="{78EC66F5-918A-C74A-9CD8-7CB05E0EFEFA}" type="presOf" srcId="{6E5B5477-1C6B-47C5-9A45-1F1F4FC401B2}" destId="{DE7EC54C-CFF4-6D4A-90C1-CB5279ED2CF9}" srcOrd="0" destOrd="0" presId="urn:microsoft.com/office/officeart/2005/8/layout/hierarchy1"/>
    <dgm:cxn modelId="{F9C7C2FC-DA72-4F2C-A4BE-C6AC5E4CCEE5}" srcId="{A1626B4B-10B0-42CC-B24E-14D2A7C07913}" destId="{6E5B5477-1C6B-47C5-9A45-1F1F4FC401B2}" srcOrd="2" destOrd="0" parTransId="{42EF097E-A70F-4716-9AB0-CF90108D92C4}" sibTransId="{62C57EF0-274E-4894-B765-3BDB21D4A5AF}"/>
    <dgm:cxn modelId="{B056F646-1921-2345-9481-97B011AECD70}" type="presParOf" srcId="{2D7B9DCF-B5E6-1842-9B14-F3B9F0830485}" destId="{F90F5CB6-5024-DB48-85AC-893A4B3D79EF}" srcOrd="0" destOrd="0" presId="urn:microsoft.com/office/officeart/2005/8/layout/hierarchy1"/>
    <dgm:cxn modelId="{74F8AA71-2541-C045-89DB-3B2D59EA14DD}" type="presParOf" srcId="{F90F5CB6-5024-DB48-85AC-893A4B3D79EF}" destId="{529DEF09-AAB3-C54A-A668-FD3897455ABA}" srcOrd="0" destOrd="0" presId="urn:microsoft.com/office/officeart/2005/8/layout/hierarchy1"/>
    <dgm:cxn modelId="{029FC2A0-3ECF-A143-9758-74354880E760}" type="presParOf" srcId="{529DEF09-AAB3-C54A-A668-FD3897455ABA}" destId="{6622A1A3-6F50-FC4C-A300-73A3685189F4}" srcOrd="0" destOrd="0" presId="urn:microsoft.com/office/officeart/2005/8/layout/hierarchy1"/>
    <dgm:cxn modelId="{30A7885E-C3F8-CB43-B384-18474EF8DA3F}" type="presParOf" srcId="{529DEF09-AAB3-C54A-A668-FD3897455ABA}" destId="{4B6AD278-7525-6A48-BDD4-7BD6B9BDE303}" srcOrd="1" destOrd="0" presId="urn:microsoft.com/office/officeart/2005/8/layout/hierarchy1"/>
    <dgm:cxn modelId="{4A22D322-154E-F54D-8568-FEF19CCD7E8B}" type="presParOf" srcId="{F90F5CB6-5024-DB48-85AC-893A4B3D79EF}" destId="{674FEB81-FE67-9446-8DFB-A32DC186E77C}" srcOrd="1" destOrd="0" presId="urn:microsoft.com/office/officeart/2005/8/layout/hierarchy1"/>
    <dgm:cxn modelId="{81E65C2D-9C32-CD4D-8837-E4BF59F37359}" type="presParOf" srcId="{2D7B9DCF-B5E6-1842-9B14-F3B9F0830485}" destId="{DAFA22A6-35C4-784F-BF96-5575074405EE}" srcOrd="1" destOrd="0" presId="urn:microsoft.com/office/officeart/2005/8/layout/hierarchy1"/>
    <dgm:cxn modelId="{05140057-FF7F-BB43-94BD-9DD8483F6CC9}" type="presParOf" srcId="{DAFA22A6-35C4-784F-BF96-5575074405EE}" destId="{15AE3F22-B687-4649-812C-97EA10BCB70F}" srcOrd="0" destOrd="0" presId="urn:microsoft.com/office/officeart/2005/8/layout/hierarchy1"/>
    <dgm:cxn modelId="{323CD435-3A1D-2B46-976C-99058CCA2E85}" type="presParOf" srcId="{15AE3F22-B687-4649-812C-97EA10BCB70F}" destId="{F3711863-A2D2-5F46-8CDC-9B1C84005B41}" srcOrd="0" destOrd="0" presId="urn:microsoft.com/office/officeart/2005/8/layout/hierarchy1"/>
    <dgm:cxn modelId="{E4BF4C18-06BB-A646-B298-FFF86AD41BC5}" type="presParOf" srcId="{15AE3F22-B687-4649-812C-97EA10BCB70F}" destId="{FAA1915C-C644-2E47-AC8C-4AFE78737438}" srcOrd="1" destOrd="0" presId="urn:microsoft.com/office/officeart/2005/8/layout/hierarchy1"/>
    <dgm:cxn modelId="{27347B73-803F-4D41-8041-DBA512AEA25D}" type="presParOf" srcId="{DAFA22A6-35C4-784F-BF96-5575074405EE}" destId="{67A00D2C-18D8-7140-9F87-15D2662984D2}" srcOrd="1" destOrd="0" presId="urn:microsoft.com/office/officeart/2005/8/layout/hierarchy1"/>
    <dgm:cxn modelId="{BC8416EF-498D-374F-AE1A-C6F8788EF0A7}" type="presParOf" srcId="{2D7B9DCF-B5E6-1842-9B14-F3B9F0830485}" destId="{9A25314A-C531-5E4E-BCEE-66619C4C492A}" srcOrd="2" destOrd="0" presId="urn:microsoft.com/office/officeart/2005/8/layout/hierarchy1"/>
    <dgm:cxn modelId="{A99B3DD3-3240-2D4A-8C2D-36166EC4B7E4}" type="presParOf" srcId="{9A25314A-C531-5E4E-BCEE-66619C4C492A}" destId="{3C25709D-2CEC-7A42-9374-69483CFD1716}" srcOrd="0" destOrd="0" presId="urn:microsoft.com/office/officeart/2005/8/layout/hierarchy1"/>
    <dgm:cxn modelId="{23BC4658-705A-9F43-9A8C-FC2DCF36930E}" type="presParOf" srcId="{3C25709D-2CEC-7A42-9374-69483CFD1716}" destId="{8A52A33A-F85E-EF4B-8629-1AE28AAE8629}" srcOrd="0" destOrd="0" presId="urn:microsoft.com/office/officeart/2005/8/layout/hierarchy1"/>
    <dgm:cxn modelId="{B1654437-13B6-2C48-B89C-13EEDBA25DA8}" type="presParOf" srcId="{3C25709D-2CEC-7A42-9374-69483CFD1716}" destId="{DE7EC54C-CFF4-6D4A-90C1-CB5279ED2CF9}" srcOrd="1" destOrd="0" presId="urn:microsoft.com/office/officeart/2005/8/layout/hierarchy1"/>
    <dgm:cxn modelId="{CEF2798D-8EC9-4A4F-91A8-16DCC60561B1}" type="presParOf" srcId="{9A25314A-C531-5E4E-BCEE-66619C4C492A}" destId="{7ED3E4ED-BEEE-AB41-815D-6EC56441A7E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D20B138-D49D-4AC0-BA6C-C1E3A643537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C969F84-FC23-48FF-9BCF-47EE5E20A1FA}">
      <dgm:prSet/>
      <dgm:spPr/>
      <dgm:t>
        <a:bodyPr/>
        <a:lstStyle/>
        <a:p>
          <a:r>
            <a:rPr lang="en-US"/>
            <a:t>Head Section: metadata, title, CSS/scripts</a:t>
          </a:r>
        </a:p>
      </dgm:t>
    </dgm:pt>
    <dgm:pt modelId="{5252AD6A-13F7-451B-8768-B3185ABC72EA}" type="parTrans" cxnId="{DDE72CAF-3539-4CA0-9BE8-C97C5AABCE63}">
      <dgm:prSet/>
      <dgm:spPr/>
      <dgm:t>
        <a:bodyPr/>
        <a:lstStyle/>
        <a:p>
          <a:endParaRPr lang="en-US"/>
        </a:p>
      </dgm:t>
    </dgm:pt>
    <dgm:pt modelId="{BD36AF30-ABA1-4D72-85B9-089136F7897E}" type="sibTrans" cxnId="{DDE72CAF-3539-4CA0-9BE8-C97C5AABCE63}">
      <dgm:prSet/>
      <dgm:spPr/>
      <dgm:t>
        <a:bodyPr/>
        <a:lstStyle/>
        <a:p>
          <a:endParaRPr lang="en-US"/>
        </a:p>
      </dgm:t>
    </dgm:pt>
    <dgm:pt modelId="{4BEEAD46-51D1-486B-8E1D-D4D8CCC2035E}">
      <dgm:prSet/>
      <dgm:spPr/>
      <dgm:t>
        <a:bodyPr/>
        <a:lstStyle/>
        <a:p>
          <a:r>
            <a:rPr lang="en-US"/>
            <a:t>Body Section: visible content</a:t>
          </a:r>
        </a:p>
      </dgm:t>
    </dgm:pt>
    <dgm:pt modelId="{B5631124-72A2-4C85-97BD-FC0D56528083}" type="parTrans" cxnId="{22AA7067-D55E-4FD0-BF4D-2695256B699D}">
      <dgm:prSet/>
      <dgm:spPr/>
      <dgm:t>
        <a:bodyPr/>
        <a:lstStyle/>
        <a:p>
          <a:endParaRPr lang="en-US"/>
        </a:p>
      </dgm:t>
    </dgm:pt>
    <dgm:pt modelId="{C5E1C5DB-2F87-4A4F-8AB7-25290A3B92CE}" type="sibTrans" cxnId="{22AA7067-D55E-4FD0-BF4D-2695256B699D}">
      <dgm:prSet/>
      <dgm:spPr/>
      <dgm:t>
        <a:bodyPr/>
        <a:lstStyle/>
        <a:p>
          <a:endParaRPr lang="en-US"/>
        </a:p>
      </dgm:t>
    </dgm:pt>
    <dgm:pt modelId="{F41EE590-5DEB-41E3-AD14-EB0C8B5B569A}">
      <dgm:prSet/>
      <dgm:spPr/>
      <dgm:t>
        <a:bodyPr/>
        <a:lstStyle/>
        <a:p>
          <a:r>
            <a:rPr lang="en-US"/>
            <a:t>DOM: browser’s internal tree representation</a:t>
          </a:r>
        </a:p>
      </dgm:t>
    </dgm:pt>
    <dgm:pt modelId="{95307AA1-C1F3-4617-BF9A-5E55F53BE521}" type="parTrans" cxnId="{83B19CE1-24A8-4C42-A293-2418A8026365}">
      <dgm:prSet/>
      <dgm:spPr/>
      <dgm:t>
        <a:bodyPr/>
        <a:lstStyle/>
        <a:p>
          <a:endParaRPr lang="en-US"/>
        </a:p>
      </dgm:t>
    </dgm:pt>
    <dgm:pt modelId="{0EB5E3CC-0D75-4019-9575-4DC0D908FA60}" type="sibTrans" cxnId="{83B19CE1-24A8-4C42-A293-2418A8026365}">
      <dgm:prSet/>
      <dgm:spPr/>
      <dgm:t>
        <a:bodyPr/>
        <a:lstStyle/>
        <a:p>
          <a:endParaRPr lang="en-US"/>
        </a:p>
      </dgm:t>
    </dgm:pt>
    <dgm:pt modelId="{AC17A1DA-E1F2-F74F-B97E-5CDB935B4B58}" type="pres">
      <dgm:prSet presAssocID="{4D20B138-D49D-4AC0-BA6C-C1E3A643537A}" presName="linear" presStyleCnt="0">
        <dgm:presLayoutVars>
          <dgm:animLvl val="lvl"/>
          <dgm:resizeHandles val="exact"/>
        </dgm:presLayoutVars>
      </dgm:prSet>
      <dgm:spPr/>
    </dgm:pt>
    <dgm:pt modelId="{B3CD3E43-3F68-7A4C-8BF2-0BAA891098E5}" type="pres">
      <dgm:prSet presAssocID="{0C969F84-FC23-48FF-9BCF-47EE5E20A1FA}" presName="parentText" presStyleLbl="node1" presStyleIdx="0" presStyleCnt="3">
        <dgm:presLayoutVars>
          <dgm:chMax val="0"/>
          <dgm:bulletEnabled val="1"/>
        </dgm:presLayoutVars>
      </dgm:prSet>
      <dgm:spPr/>
    </dgm:pt>
    <dgm:pt modelId="{68969146-59B4-6144-BB57-9BFB8A6B354E}" type="pres">
      <dgm:prSet presAssocID="{BD36AF30-ABA1-4D72-85B9-089136F7897E}" presName="spacer" presStyleCnt="0"/>
      <dgm:spPr/>
    </dgm:pt>
    <dgm:pt modelId="{98614AB0-74F7-A44F-A92D-EA75CB63C013}" type="pres">
      <dgm:prSet presAssocID="{4BEEAD46-51D1-486B-8E1D-D4D8CCC2035E}" presName="parentText" presStyleLbl="node1" presStyleIdx="1" presStyleCnt="3">
        <dgm:presLayoutVars>
          <dgm:chMax val="0"/>
          <dgm:bulletEnabled val="1"/>
        </dgm:presLayoutVars>
      </dgm:prSet>
      <dgm:spPr/>
    </dgm:pt>
    <dgm:pt modelId="{4BA6D70B-A6AB-9547-81E3-3471D9B706F6}" type="pres">
      <dgm:prSet presAssocID="{C5E1C5DB-2F87-4A4F-8AB7-25290A3B92CE}" presName="spacer" presStyleCnt="0"/>
      <dgm:spPr/>
    </dgm:pt>
    <dgm:pt modelId="{8EDE7BD9-AAF3-E940-8A1C-95239DC4D079}" type="pres">
      <dgm:prSet presAssocID="{F41EE590-5DEB-41E3-AD14-EB0C8B5B569A}" presName="parentText" presStyleLbl="node1" presStyleIdx="2" presStyleCnt="3">
        <dgm:presLayoutVars>
          <dgm:chMax val="0"/>
          <dgm:bulletEnabled val="1"/>
        </dgm:presLayoutVars>
      </dgm:prSet>
      <dgm:spPr/>
    </dgm:pt>
  </dgm:ptLst>
  <dgm:cxnLst>
    <dgm:cxn modelId="{9CC5A437-CAAC-5C4B-9E5F-33C2CB5F5F87}" type="presOf" srcId="{4D20B138-D49D-4AC0-BA6C-C1E3A643537A}" destId="{AC17A1DA-E1F2-F74F-B97E-5CDB935B4B58}" srcOrd="0" destOrd="0" presId="urn:microsoft.com/office/officeart/2005/8/layout/vList2"/>
    <dgm:cxn modelId="{22AA7067-D55E-4FD0-BF4D-2695256B699D}" srcId="{4D20B138-D49D-4AC0-BA6C-C1E3A643537A}" destId="{4BEEAD46-51D1-486B-8E1D-D4D8CCC2035E}" srcOrd="1" destOrd="0" parTransId="{B5631124-72A2-4C85-97BD-FC0D56528083}" sibTransId="{C5E1C5DB-2F87-4A4F-8AB7-25290A3B92CE}"/>
    <dgm:cxn modelId="{DDE72CAF-3539-4CA0-9BE8-C97C5AABCE63}" srcId="{4D20B138-D49D-4AC0-BA6C-C1E3A643537A}" destId="{0C969F84-FC23-48FF-9BCF-47EE5E20A1FA}" srcOrd="0" destOrd="0" parTransId="{5252AD6A-13F7-451B-8768-B3185ABC72EA}" sibTransId="{BD36AF30-ABA1-4D72-85B9-089136F7897E}"/>
    <dgm:cxn modelId="{789BB1B0-5401-5845-AF44-60F7CA10880E}" type="presOf" srcId="{0C969F84-FC23-48FF-9BCF-47EE5E20A1FA}" destId="{B3CD3E43-3F68-7A4C-8BF2-0BAA891098E5}" srcOrd="0" destOrd="0" presId="urn:microsoft.com/office/officeart/2005/8/layout/vList2"/>
    <dgm:cxn modelId="{83B19CE1-24A8-4C42-A293-2418A8026365}" srcId="{4D20B138-D49D-4AC0-BA6C-C1E3A643537A}" destId="{F41EE590-5DEB-41E3-AD14-EB0C8B5B569A}" srcOrd="2" destOrd="0" parTransId="{95307AA1-C1F3-4617-BF9A-5E55F53BE521}" sibTransId="{0EB5E3CC-0D75-4019-9575-4DC0D908FA60}"/>
    <dgm:cxn modelId="{956533E6-E16E-3648-83FF-E416E79FF24B}" type="presOf" srcId="{4BEEAD46-51D1-486B-8E1D-D4D8CCC2035E}" destId="{98614AB0-74F7-A44F-A92D-EA75CB63C013}" srcOrd="0" destOrd="0" presId="urn:microsoft.com/office/officeart/2005/8/layout/vList2"/>
    <dgm:cxn modelId="{AFDEE1FB-FAD4-C54A-8366-2232E03B529E}" type="presOf" srcId="{F41EE590-5DEB-41E3-AD14-EB0C8B5B569A}" destId="{8EDE7BD9-AAF3-E940-8A1C-95239DC4D079}" srcOrd="0" destOrd="0" presId="urn:microsoft.com/office/officeart/2005/8/layout/vList2"/>
    <dgm:cxn modelId="{5A58F32F-67E8-2B4A-9C99-ADF034A636DD}" type="presParOf" srcId="{AC17A1DA-E1F2-F74F-B97E-5CDB935B4B58}" destId="{B3CD3E43-3F68-7A4C-8BF2-0BAA891098E5}" srcOrd="0" destOrd="0" presId="urn:microsoft.com/office/officeart/2005/8/layout/vList2"/>
    <dgm:cxn modelId="{4FA87617-A108-6D49-92A8-A8CEC86F540C}" type="presParOf" srcId="{AC17A1DA-E1F2-F74F-B97E-5CDB935B4B58}" destId="{68969146-59B4-6144-BB57-9BFB8A6B354E}" srcOrd="1" destOrd="0" presId="urn:microsoft.com/office/officeart/2005/8/layout/vList2"/>
    <dgm:cxn modelId="{51261F4D-1B97-7747-BF90-6229F9C87217}" type="presParOf" srcId="{AC17A1DA-E1F2-F74F-B97E-5CDB935B4B58}" destId="{98614AB0-74F7-A44F-A92D-EA75CB63C013}" srcOrd="2" destOrd="0" presId="urn:microsoft.com/office/officeart/2005/8/layout/vList2"/>
    <dgm:cxn modelId="{D806AB56-AB42-3C4D-93BA-C19CFF051133}" type="presParOf" srcId="{AC17A1DA-E1F2-F74F-B97E-5CDB935B4B58}" destId="{4BA6D70B-A6AB-9547-81E3-3471D9B706F6}" srcOrd="3" destOrd="0" presId="urn:microsoft.com/office/officeart/2005/8/layout/vList2"/>
    <dgm:cxn modelId="{C49FF107-7E24-CE41-9A44-0759F907ADB6}" type="presParOf" srcId="{AC17A1DA-E1F2-F74F-B97E-5CDB935B4B58}" destId="{8EDE7BD9-AAF3-E940-8A1C-95239DC4D07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ECC0695-40D7-4C04-A02E-FEF5B4802A4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FFFF5F6-8054-4AEC-AD7D-DB8349974C84}">
      <dgm:prSet/>
      <dgm:spPr/>
      <dgm:t>
        <a:bodyPr/>
        <a:lstStyle/>
        <a:p>
          <a:r>
            <a:rPr lang="en-US"/>
            <a:t>Documents: PDFs, Word files, spreadsheets</a:t>
          </a:r>
        </a:p>
      </dgm:t>
    </dgm:pt>
    <dgm:pt modelId="{9FC4EBEE-B07B-43B6-A926-D19642E2C8D0}" type="parTrans" cxnId="{BA5ED329-5C7F-41AF-8A98-5C5A56CBFE22}">
      <dgm:prSet/>
      <dgm:spPr/>
      <dgm:t>
        <a:bodyPr/>
        <a:lstStyle/>
        <a:p>
          <a:endParaRPr lang="en-US"/>
        </a:p>
      </dgm:t>
    </dgm:pt>
    <dgm:pt modelId="{5CA02111-62E2-4415-A457-84E16D1FA1B8}" type="sibTrans" cxnId="{BA5ED329-5C7F-41AF-8A98-5C5A56CBFE22}">
      <dgm:prSet/>
      <dgm:spPr/>
      <dgm:t>
        <a:bodyPr/>
        <a:lstStyle/>
        <a:p>
          <a:endParaRPr lang="en-US"/>
        </a:p>
      </dgm:t>
    </dgm:pt>
    <dgm:pt modelId="{A06CF2AF-9FA9-4D3C-86F0-94465AFE5F97}">
      <dgm:prSet/>
      <dgm:spPr/>
      <dgm:t>
        <a:bodyPr/>
        <a:lstStyle/>
        <a:p>
          <a:r>
            <a:rPr lang="en-US"/>
            <a:t>Images: JPEG, PNG, SVG, GIF</a:t>
          </a:r>
        </a:p>
      </dgm:t>
    </dgm:pt>
    <dgm:pt modelId="{5D9F2B1E-DA11-4F8A-B241-3F9EBAAD36FF}" type="parTrans" cxnId="{F3124A97-A4CD-42CF-B3F3-0C333270BE96}">
      <dgm:prSet/>
      <dgm:spPr/>
      <dgm:t>
        <a:bodyPr/>
        <a:lstStyle/>
        <a:p>
          <a:endParaRPr lang="en-US"/>
        </a:p>
      </dgm:t>
    </dgm:pt>
    <dgm:pt modelId="{44851CD3-A9EC-4AFB-BA5D-C3AFF504BFB6}" type="sibTrans" cxnId="{F3124A97-A4CD-42CF-B3F3-0C333270BE96}">
      <dgm:prSet/>
      <dgm:spPr/>
      <dgm:t>
        <a:bodyPr/>
        <a:lstStyle/>
        <a:p>
          <a:endParaRPr lang="en-US"/>
        </a:p>
      </dgm:t>
    </dgm:pt>
    <dgm:pt modelId="{B4BE0C6E-53FE-48F6-A6C2-73534F364D4A}">
      <dgm:prSet/>
      <dgm:spPr/>
      <dgm:t>
        <a:bodyPr/>
        <a:lstStyle/>
        <a:p>
          <a:r>
            <a:rPr lang="en-US"/>
            <a:t>Videos: MP4, WebM, embeds</a:t>
          </a:r>
        </a:p>
      </dgm:t>
    </dgm:pt>
    <dgm:pt modelId="{6636B5B4-0478-4F3B-95EB-A19D80C0FB2E}" type="parTrans" cxnId="{0593A677-8C3E-4A92-A0E8-DD1DBE0C1BC5}">
      <dgm:prSet/>
      <dgm:spPr/>
      <dgm:t>
        <a:bodyPr/>
        <a:lstStyle/>
        <a:p>
          <a:endParaRPr lang="en-US"/>
        </a:p>
      </dgm:t>
    </dgm:pt>
    <dgm:pt modelId="{B17D9EEB-61E9-410B-BC09-B081A4171CCF}" type="sibTrans" cxnId="{0593A677-8C3E-4A92-A0E8-DD1DBE0C1BC5}">
      <dgm:prSet/>
      <dgm:spPr/>
      <dgm:t>
        <a:bodyPr/>
        <a:lstStyle/>
        <a:p>
          <a:endParaRPr lang="en-US"/>
        </a:p>
      </dgm:t>
    </dgm:pt>
    <dgm:pt modelId="{E2351AF6-2603-41B8-88BC-82D5C246376D}">
      <dgm:prSet/>
      <dgm:spPr/>
      <dgm:t>
        <a:bodyPr/>
        <a:lstStyle/>
        <a:p>
          <a:r>
            <a:rPr lang="en-US"/>
            <a:t>Audio: MP3, WAV</a:t>
          </a:r>
        </a:p>
      </dgm:t>
    </dgm:pt>
    <dgm:pt modelId="{0E28D895-D333-43BD-AFF9-B298F3E4937A}" type="parTrans" cxnId="{9A7E0B66-0C19-4645-AA14-CA9EB0890FC0}">
      <dgm:prSet/>
      <dgm:spPr/>
      <dgm:t>
        <a:bodyPr/>
        <a:lstStyle/>
        <a:p>
          <a:endParaRPr lang="en-US"/>
        </a:p>
      </dgm:t>
    </dgm:pt>
    <dgm:pt modelId="{981A2B40-EBC8-4801-A59E-92275193521A}" type="sibTrans" cxnId="{9A7E0B66-0C19-4645-AA14-CA9EB0890FC0}">
      <dgm:prSet/>
      <dgm:spPr/>
      <dgm:t>
        <a:bodyPr/>
        <a:lstStyle/>
        <a:p>
          <a:endParaRPr lang="en-US"/>
        </a:p>
      </dgm:t>
    </dgm:pt>
    <dgm:pt modelId="{03F699A2-61BC-4378-9594-6A2942FD392A}">
      <dgm:prSet/>
      <dgm:spPr/>
      <dgm:t>
        <a:bodyPr/>
        <a:lstStyle/>
        <a:p>
          <a:r>
            <a:rPr lang="en-US"/>
            <a:t>Interactive elements: forms, maps, charts</a:t>
          </a:r>
        </a:p>
      </dgm:t>
    </dgm:pt>
    <dgm:pt modelId="{1947C6DF-7533-4213-A817-7549DE98A9C8}" type="parTrans" cxnId="{3BF689C2-52E5-411B-B92B-0986AC88B105}">
      <dgm:prSet/>
      <dgm:spPr/>
      <dgm:t>
        <a:bodyPr/>
        <a:lstStyle/>
        <a:p>
          <a:endParaRPr lang="en-US"/>
        </a:p>
      </dgm:t>
    </dgm:pt>
    <dgm:pt modelId="{23640949-FBC4-4DE4-96CB-8B9ABF366F4C}" type="sibTrans" cxnId="{3BF689C2-52E5-411B-B92B-0986AC88B105}">
      <dgm:prSet/>
      <dgm:spPr/>
      <dgm:t>
        <a:bodyPr/>
        <a:lstStyle/>
        <a:p>
          <a:endParaRPr lang="en-US"/>
        </a:p>
      </dgm:t>
    </dgm:pt>
    <dgm:pt modelId="{FC4C943D-D43B-E743-BE09-768A26B52DA5}" type="pres">
      <dgm:prSet presAssocID="{5ECC0695-40D7-4C04-A02E-FEF5B4802A46}" presName="vert0" presStyleCnt="0">
        <dgm:presLayoutVars>
          <dgm:dir/>
          <dgm:animOne val="branch"/>
          <dgm:animLvl val="lvl"/>
        </dgm:presLayoutVars>
      </dgm:prSet>
      <dgm:spPr/>
    </dgm:pt>
    <dgm:pt modelId="{8B3F0022-9A6C-294E-8D14-C74808A3E903}" type="pres">
      <dgm:prSet presAssocID="{3FFFF5F6-8054-4AEC-AD7D-DB8349974C84}" presName="thickLine" presStyleLbl="alignNode1" presStyleIdx="0" presStyleCnt="5"/>
      <dgm:spPr/>
    </dgm:pt>
    <dgm:pt modelId="{E79504BD-A43E-9E40-A3E9-E3DFFB9EE6A6}" type="pres">
      <dgm:prSet presAssocID="{3FFFF5F6-8054-4AEC-AD7D-DB8349974C84}" presName="horz1" presStyleCnt="0"/>
      <dgm:spPr/>
    </dgm:pt>
    <dgm:pt modelId="{FAF608AB-60A9-1C4D-9038-3AAF56677DD3}" type="pres">
      <dgm:prSet presAssocID="{3FFFF5F6-8054-4AEC-AD7D-DB8349974C84}" presName="tx1" presStyleLbl="revTx" presStyleIdx="0" presStyleCnt="5"/>
      <dgm:spPr/>
    </dgm:pt>
    <dgm:pt modelId="{FC138242-78F2-F746-99DC-75A637480731}" type="pres">
      <dgm:prSet presAssocID="{3FFFF5F6-8054-4AEC-AD7D-DB8349974C84}" presName="vert1" presStyleCnt="0"/>
      <dgm:spPr/>
    </dgm:pt>
    <dgm:pt modelId="{98EEE0FF-36E5-C74F-8441-131C80CB312E}" type="pres">
      <dgm:prSet presAssocID="{A06CF2AF-9FA9-4D3C-86F0-94465AFE5F97}" presName="thickLine" presStyleLbl="alignNode1" presStyleIdx="1" presStyleCnt="5"/>
      <dgm:spPr/>
    </dgm:pt>
    <dgm:pt modelId="{59D778DF-FD4F-BF4E-89C7-15ABF1FA4F0B}" type="pres">
      <dgm:prSet presAssocID="{A06CF2AF-9FA9-4D3C-86F0-94465AFE5F97}" presName="horz1" presStyleCnt="0"/>
      <dgm:spPr/>
    </dgm:pt>
    <dgm:pt modelId="{F430618B-FC4B-8149-9D80-EE22603189C7}" type="pres">
      <dgm:prSet presAssocID="{A06CF2AF-9FA9-4D3C-86F0-94465AFE5F97}" presName="tx1" presStyleLbl="revTx" presStyleIdx="1" presStyleCnt="5"/>
      <dgm:spPr/>
    </dgm:pt>
    <dgm:pt modelId="{BED31F1A-16B2-614A-87D6-F8D9806B4FDE}" type="pres">
      <dgm:prSet presAssocID="{A06CF2AF-9FA9-4D3C-86F0-94465AFE5F97}" presName="vert1" presStyleCnt="0"/>
      <dgm:spPr/>
    </dgm:pt>
    <dgm:pt modelId="{FA09E70F-CF45-ED46-A848-2128DEA37639}" type="pres">
      <dgm:prSet presAssocID="{B4BE0C6E-53FE-48F6-A6C2-73534F364D4A}" presName="thickLine" presStyleLbl="alignNode1" presStyleIdx="2" presStyleCnt="5"/>
      <dgm:spPr/>
    </dgm:pt>
    <dgm:pt modelId="{81B76D7A-9A1C-5343-A380-85ECD712F1DF}" type="pres">
      <dgm:prSet presAssocID="{B4BE0C6E-53FE-48F6-A6C2-73534F364D4A}" presName="horz1" presStyleCnt="0"/>
      <dgm:spPr/>
    </dgm:pt>
    <dgm:pt modelId="{0E6B9E07-ED78-5F42-BED0-901F0D3B6A62}" type="pres">
      <dgm:prSet presAssocID="{B4BE0C6E-53FE-48F6-A6C2-73534F364D4A}" presName="tx1" presStyleLbl="revTx" presStyleIdx="2" presStyleCnt="5"/>
      <dgm:spPr/>
    </dgm:pt>
    <dgm:pt modelId="{2A8AACD5-B95A-6B44-BDC7-EAE70B5DAE48}" type="pres">
      <dgm:prSet presAssocID="{B4BE0C6E-53FE-48F6-A6C2-73534F364D4A}" presName="vert1" presStyleCnt="0"/>
      <dgm:spPr/>
    </dgm:pt>
    <dgm:pt modelId="{BD9D0177-D3FD-2B40-AC0F-D2E69BC38C14}" type="pres">
      <dgm:prSet presAssocID="{E2351AF6-2603-41B8-88BC-82D5C246376D}" presName="thickLine" presStyleLbl="alignNode1" presStyleIdx="3" presStyleCnt="5"/>
      <dgm:spPr/>
    </dgm:pt>
    <dgm:pt modelId="{3B6461A7-BC0A-9041-AB2F-1CD897FF3D26}" type="pres">
      <dgm:prSet presAssocID="{E2351AF6-2603-41B8-88BC-82D5C246376D}" presName="horz1" presStyleCnt="0"/>
      <dgm:spPr/>
    </dgm:pt>
    <dgm:pt modelId="{35312A42-A093-D743-98B2-B838993F7F8B}" type="pres">
      <dgm:prSet presAssocID="{E2351AF6-2603-41B8-88BC-82D5C246376D}" presName="tx1" presStyleLbl="revTx" presStyleIdx="3" presStyleCnt="5"/>
      <dgm:spPr/>
    </dgm:pt>
    <dgm:pt modelId="{19F8910C-D161-CF4A-9AA5-73E535815BF4}" type="pres">
      <dgm:prSet presAssocID="{E2351AF6-2603-41B8-88BC-82D5C246376D}" presName="vert1" presStyleCnt="0"/>
      <dgm:spPr/>
    </dgm:pt>
    <dgm:pt modelId="{C3BEA68F-6DE5-904D-A47E-199547A43B4F}" type="pres">
      <dgm:prSet presAssocID="{03F699A2-61BC-4378-9594-6A2942FD392A}" presName="thickLine" presStyleLbl="alignNode1" presStyleIdx="4" presStyleCnt="5"/>
      <dgm:spPr/>
    </dgm:pt>
    <dgm:pt modelId="{327B4E59-B805-224A-875E-5E5888304233}" type="pres">
      <dgm:prSet presAssocID="{03F699A2-61BC-4378-9594-6A2942FD392A}" presName="horz1" presStyleCnt="0"/>
      <dgm:spPr/>
    </dgm:pt>
    <dgm:pt modelId="{22092C08-732F-7F4A-B9A7-C8F1D6CFB6BA}" type="pres">
      <dgm:prSet presAssocID="{03F699A2-61BC-4378-9594-6A2942FD392A}" presName="tx1" presStyleLbl="revTx" presStyleIdx="4" presStyleCnt="5"/>
      <dgm:spPr/>
    </dgm:pt>
    <dgm:pt modelId="{0D1869F1-02F9-6746-BF36-A19F4E8E0C12}" type="pres">
      <dgm:prSet presAssocID="{03F699A2-61BC-4378-9594-6A2942FD392A}" presName="vert1" presStyleCnt="0"/>
      <dgm:spPr/>
    </dgm:pt>
  </dgm:ptLst>
  <dgm:cxnLst>
    <dgm:cxn modelId="{80C5A408-1102-DE4D-8A8D-8F2A1D640B58}" type="presOf" srcId="{E2351AF6-2603-41B8-88BC-82D5C246376D}" destId="{35312A42-A093-D743-98B2-B838993F7F8B}" srcOrd="0" destOrd="0" presId="urn:microsoft.com/office/officeart/2008/layout/LinedList"/>
    <dgm:cxn modelId="{E487C40C-9245-494C-BB1F-3A0DEDAC3666}" type="presOf" srcId="{5ECC0695-40D7-4C04-A02E-FEF5B4802A46}" destId="{FC4C943D-D43B-E743-BE09-768A26B52DA5}" srcOrd="0" destOrd="0" presId="urn:microsoft.com/office/officeart/2008/layout/LinedList"/>
    <dgm:cxn modelId="{387B6225-6BB7-934A-83D7-8A200FDBD277}" type="presOf" srcId="{03F699A2-61BC-4378-9594-6A2942FD392A}" destId="{22092C08-732F-7F4A-B9A7-C8F1D6CFB6BA}" srcOrd="0" destOrd="0" presId="urn:microsoft.com/office/officeart/2008/layout/LinedList"/>
    <dgm:cxn modelId="{BA5ED329-5C7F-41AF-8A98-5C5A56CBFE22}" srcId="{5ECC0695-40D7-4C04-A02E-FEF5B4802A46}" destId="{3FFFF5F6-8054-4AEC-AD7D-DB8349974C84}" srcOrd="0" destOrd="0" parTransId="{9FC4EBEE-B07B-43B6-A926-D19642E2C8D0}" sibTransId="{5CA02111-62E2-4415-A457-84E16D1FA1B8}"/>
    <dgm:cxn modelId="{9A7E0B66-0C19-4645-AA14-CA9EB0890FC0}" srcId="{5ECC0695-40D7-4C04-A02E-FEF5B4802A46}" destId="{E2351AF6-2603-41B8-88BC-82D5C246376D}" srcOrd="3" destOrd="0" parTransId="{0E28D895-D333-43BD-AFF9-B298F3E4937A}" sibTransId="{981A2B40-EBC8-4801-A59E-92275193521A}"/>
    <dgm:cxn modelId="{0593A677-8C3E-4A92-A0E8-DD1DBE0C1BC5}" srcId="{5ECC0695-40D7-4C04-A02E-FEF5B4802A46}" destId="{B4BE0C6E-53FE-48F6-A6C2-73534F364D4A}" srcOrd="2" destOrd="0" parTransId="{6636B5B4-0478-4F3B-95EB-A19D80C0FB2E}" sibTransId="{B17D9EEB-61E9-410B-BC09-B081A4171CCF}"/>
    <dgm:cxn modelId="{F3124A97-A4CD-42CF-B3F3-0C333270BE96}" srcId="{5ECC0695-40D7-4C04-A02E-FEF5B4802A46}" destId="{A06CF2AF-9FA9-4D3C-86F0-94465AFE5F97}" srcOrd="1" destOrd="0" parTransId="{5D9F2B1E-DA11-4F8A-B241-3F9EBAAD36FF}" sibTransId="{44851CD3-A9EC-4AFB-BA5D-C3AFF504BFB6}"/>
    <dgm:cxn modelId="{3BF689C2-52E5-411B-B92B-0986AC88B105}" srcId="{5ECC0695-40D7-4C04-A02E-FEF5B4802A46}" destId="{03F699A2-61BC-4378-9594-6A2942FD392A}" srcOrd="4" destOrd="0" parTransId="{1947C6DF-7533-4213-A817-7549DE98A9C8}" sibTransId="{23640949-FBC4-4DE4-96CB-8B9ABF366F4C}"/>
    <dgm:cxn modelId="{5D679BE4-A8DD-4643-B135-24715588C655}" type="presOf" srcId="{3FFFF5F6-8054-4AEC-AD7D-DB8349974C84}" destId="{FAF608AB-60A9-1C4D-9038-3AAF56677DD3}" srcOrd="0" destOrd="0" presId="urn:microsoft.com/office/officeart/2008/layout/LinedList"/>
    <dgm:cxn modelId="{1CB66FF4-024D-5F46-8AEE-0A821C05A61A}" type="presOf" srcId="{B4BE0C6E-53FE-48F6-A6C2-73534F364D4A}" destId="{0E6B9E07-ED78-5F42-BED0-901F0D3B6A62}" srcOrd="0" destOrd="0" presId="urn:microsoft.com/office/officeart/2008/layout/LinedList"/>
    <dgm:cxn modelId="{8046ECFD-CD78-DF43-A05E-D1DC20E930CE}" type="presOf" srcId="{A06CF2AF-9FA9-4D3C-86F0-94465AFE5F97}" destId="{F430618B-FC4B-8149-9D80-EE22603189C7}" srcOrd="0" destOrd="0" presId="urn:microsoft.com/office/officeart/2008/layout/LinedList"/>
    <dgm:cxn modelId="{BB364FFC-4FBF-8341-9A5A-EA71069A6A47}" type="presParOf" srcId="{FC4C943D-D43B-E743-BE09-768A26B52DA5}" destId="{8B3F0022-9A6C-294E-8D14-C74808A3E903}" srcOrd="0" destOrd="0" presId="urn:microsoft.com/office/officeart/2008/layout/LinedList"/>
    <dgm:cxn modelId="{DB768E66-2777-D842-A6F8-81B1E61B0D42}" type="presParOf" srcId="{FC4C943D-D43B-E743-BE09-768A26B52DA5}" destId="{E79504BD-A43E-9E40-A3E9-E3DFFB9EE6A6}" srcOrd="1" destOrd="0" presId="urn:microsoft.com/office/officeart/2008/layout/LinedList"/>
    <dgm:cxn modelId="{64CADC24-2752-434F-B468-D03CCFB1115B}" type="presParOf" srcId="{E79504BD-A43E-9E40-A3E9-E3DFFB9EE6A6}" destId="{FAF608AB-60A9-1C4D-9038-3AAF56677DD3}" srcOrd="0" destOrd="0" presId="urn:microsoft.com/office/officeart/2008/layout/LinedList"/>
    <dgm:cxn modelId="{9EF1B297-999E-7D46-9C28-CF0680CB0394}" type="presParOf" srcId="{E79504BD-A43E-9E40-A3E9-E3DFFB9EE6A6}" destId="{FC138242-78F2-F746-99DC-75A637480731}" srcOrd="1" destOrd="0" presId="urn:microsoft.com/office/officeart/2008/layout/LinedList"/>
    <dgm:cxn modelId="{DB9F9A4B-303C-D642-A17C-2721C07E6A42}" type="presParOf" srcId="{FC4C943D-D43B-E743-BE09-768A26B52DA5}" destId="{98EEE0FF-36E5-C74F-8441-131C80CB312E}" srcOrd="2" destOrd="0" presId="urn:microsoft.com/office/officeart/2008/layout/LinedList"/>
    <dgm:cxn modelId="{A4DAE002-940E-7240-93E5-E74EA1C915C0}" type="presParOf" srcId="{FC4C943D-D43B-E743-BE09-768A26B52DA5}" destId="{59D778DF-FD4F-BF4E-89C7-15ABF1FA4F0B}" srcOrd="3" destOrd="0" presId="urn:microsoft.com/office/officeart/2008/layout/LinedList"/>
    <dgm:cxn modelId="{D74C4979-2BFA-3A4D-99E6-336F4EC11BBC}" type="presParOf" srcId="{59D778DF-FD4F-BF4E-89C7-15ABF1FA4F0B}" destId="{F430618B-FC4B-8149-9D80-EE22603189C7}" srcOrd="0" destOrd="0" presId="urn:microsoft.com/office/officeart/2008/layout/LinedList"/>
    <dgm:cxn modelId="{C2011DB8-E678-184A-8A85-D45B05EB923A}" type="presParOf" srcId="{59D778DF-FD4F-BF4E-89C7-15ABF1FA4F0B}" destId="{BED31F1A-16B2-614A-87D6-F8D9806B4FDE}" srcOrd="1" destOrd="0" presId="urn:microsoft.com/office/officeart/2008/layout/LinedList"/>
    <dgm:cxn modelId="{8D551490-F694-514F-BB1B-2639C266E6CE}" type="presParOf" srcId="{FC4C943D-D43B-E743-BE09-768A26B52DA5}" destId="{FA09E70F-CF45-ED46-A848-2128DEA37639}" srcOrd="4" destOrd="0" presId="urn:microsoft.com/office/officeart/2008/layout/LinedList"/>
    <dgm:cxn modelId="{BEA929A7-178B-BE4B-A291-DE36ED9659E9}" type="presParOf" srcId="{FC4C943D-D43B-E743-BE09-768A26B52DA5}" destId="{81B76D7A-9A1C-5343-A380-85ECD712F1DF}" srcOrd="5" destOrd="0" presId="urn:microsoft.com/office/officeart/2008/layout/LinedList"/>
    <dgm:cxn modelId="{B885ADD3-666B-3E45-8726-14A386BB3F45}" type="presParOf" srcId="{81B76D7A-9A1C-5343-A380-85ECD712F1DF}" destId="{0E6B9E07-ED78-5F42-BED0-901F0D3B6A62}" srcOrd="0" destOrd="0" presId="urn:microsoft.com/office/officeart/2008/layout/LinedList"/>
    <dgm:cxn modelId="{87388615-FD85-914E-8634-42DFC08AC2E6}" type="presParOf" srcId="{81B76D7A-9A1C-5343-A380-85ECD712F1DF}" destId="{2A8AACD5-B95A-6B44-BDC7-EAE70B5DAE48}" srcOrd="1" destOrd="0" presId="urn:microsoft.com/office/officeart/2008/layout/LinedList"/>
    <dgm:cxn modelId="{352F6A64-42BD-9E42-B1C7-67884F6A5857}" type="presParOf" srcId="{FC4C943D-D43B-E743-BE09-768A26B52DA5}" destId="{BD9D0177-D3FD-2B40-AC0F-D2E69BC38C14}" srcOrd="6" destOrd="0" presId="urn:microsoft.com/office/officeart/2008/layout/LinedList"/>
    <dgm:cxn modelId="{37E0EFD7-5596-3143-B090-3A6D4B7AF9AD}" type="presParOf" srcId="{FC4C943D-D43B-E743-BE09-768A26B52DA5}" destId="{3B6461A7-BC0A-9041-AB2F-1CD897FF3D26}" srcOrd="7" destOrd="0" presId="urn:microsoft.com/office/officeart/2008/layout/LinedList"/>
    <dgm:cxn modelId="{B7E7F9B6-22C1-6B43-BBCB-8531F368BE16}" type="presParOf" srcId="{3B6461A7-BC0A-9041-AB2F-1CD897FF3D26}" destId="{35312A42-A093-D743-98B2-B838993F7F8B}" srcOrd="0" destOrd="0" presId="urn:microsoft.com/office/officeart/2008/layout/LinedList"/>
    <dgm:cxn modelId="{712727EB-C41A-134C-99DC-64A2D56EBAAF}" type="presParOf" srcId="{3B6461A7-BC0A-9041-AB2F-1CD897FF3D26}" destId="{19F8910C-D161-CF4A-9AA5-73E535815BF4}" srcOrd="1" destOrd="0" presId="urn:microsoft.com/office/officeart/2008/layout/LinedList"/>
    <dgm:cxn modelId="{F9CF7886-465E-964E-8FB9-35872A4B7303}" type="presParOf" srcId="{FC4C943D-D43B-E743-BE09-768A26B52DA5}" destId="{C3BEA68F-6DE5-904D-A47E-199547A43B4F}" srcOrd="8" destOrd="0" presId="urn:microsoft.com/office/officeart/2008/layout/LinedList"/>
    <dgm:cxn modelId="{01651703-EB04-AA4D-909E-07A8A30BB305}" type="presParOf" srcId="{FC4C943D-D43B-E743-BE09-768A26B52DA5}" destId="{327B4E59-B805-224A-875E-5E5888304233}" srcOrd="9" destOrd="0" presId="urn:microsoft.com/office/officeart/2008/layout/LinedList"/>
    <dgm:cxn modelId="{1CC82256-B50A-1B4F-AF03-D0F377EF435E}" type="presParOf" srcId="{327B4E59-B805-224A-875E-5E5888304233}" destId="{22092C08-732F-7F4A-B9A7-C8F1D6CFB6BA}" srcOrd="0" destOrd="0" presId="urn:microsoft.com/office/officeart/2008/layout/LinedList"/>
    <dgm:cxn modelId="{6A015D5B-95D3-ED47-B9C6-B8146BCDD3E8}" type="presParOf" srcId="{327B4E59-B805-224A-875E-5E5888304233}" destId="{0D1869F1-02F9-6746-BF36-A19F4E8E0C1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A2A021B-D535-4EFA-B84B-1E96D748446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D7D63C8-30B0-4268-8B90-DC7260331F16}">
      <dgm:prSet/>
      <dgm:spPr/>
      <dgm:t>
        <a:bodyPr/>
        <a:lstStyle/>
        <a:p>
          <a:r>
            <a:rPr lang="en-US"/>
            <a:t>Planning, design, development, testing</a:t>
          </a:r>
        </a:p>
      </dgm:t>
    </dgm:pt>
    <dgm:pt modelId="{3829AC6A-DA65-4D0F-9E7A-4AB18CFCF2B6}" type="parTrans" cxnId="{F2650420-A71C-48A1-843E-E556F575D28C}">
      <dgm:prSet/>
      <dgm:spPr/>
      <dgm:t>
        <a:bodyPr/>
        <a:lstStyle/>
        <a:p>
          <a:endParaRPr lang="en-US"/>
        </a:p>
      </dgm:t>
    </dgm:pt>
    <dgm:pt modelId="{6C564187-8853-43E8-8FF6-BA37028C784F}" type="sibTrans" cxnId="{F2650420-A71C-48A1-843E-E556F575D28C}">
      <dgm:prSet/>
      <dgm:spPr/>
      <dgm:t>
        <a:bodyPr/>
        <a:lstStyle/>
        <a:p>
          <a:endParaRPr lang="en-US"/>
        </a:p>
      </dgm:t>
    </dgm:pt>
    <dgm:pt modelId="{DA58C310-1215-45B0-A1B0-FD88E10AF0A8}">
      <dgm:prSet/>
      <dgm:spPr/>
      <dgm:t>
        <a:bodyPr/>
        <a:lstStyle/>
        <a:p>
          <a:r>
            <a:rPr lang="en-US"/>
            <a:t>Frontend: HTML/CSS/JS</a:t>
          </a:r>
        </a:p>
      </dgm:t>
    </dgm:pt>
    <dgm:pt modelId="{6C8F0C17-0325-4437-8E5E-CA45AA0EB3EB}" type="parTrans" cxnId="{E7ECCFE4-D41E-4A46-80BC-E972ECFF8A95}">
      <dgm:prSet/>
      <dgm:spPr/>
      <dgm:t>
        <a:bodyPr/>
        <a:lstStyle/>
        <a:p>
          <a:endParaRPr lang="en-US"/>
        </a:p>
      </dgm:t>
    </dgm:pt>
    <dgm:pt modelId="{3C234C3F-28FC-4041-A182-43F2ECAE8244}" type="sibTrans" cxnId="{E7ECCFE4-D41E-4A46-80BC-E972ECFF8A95}">
      <dgm:prSet/>
      <dgm:spPr/>
      <dgm:t>
        <a:bodyPr/>
        <a:lstStyle/>
        <a:p>
          <a:endParaRPr lang="en-US"/>
        </a:p>
      </dgm:t>
    </dgm:pt>
    <dgm:pt modelId="{03F03993-E650-4D06-886F-8D0415AA4343}">
      <dgm:prSet/>
      <dgm:spPr/>
      <dgm:t>
        <a:bodyPr/>
        <a:lstStyle/>
        <a:p>
          <a:r>
            <a:rPr lang="en-US"/>
            <a:t>Backend: servers, databases, APIs</a:t>
          </a:r>
        </a:p>
      </dgm:t>
    </dgm:pt>
    <dgm:pt modelId="{69E1FC86-D32D-42CF-A340-D03C56A18C96}" type="parTrans" cxnId="{0936A1BD-F5E8-42BC-83ED-79C632BA4E9C}">
      <dgm:prSet/>
      <dgm:spPr/>
      <dgm:t>
        <a:bodyPr/>
        <a:lstStyle/>
        <a:p>
          <a:endParaRPr lang="en-US"/>
        </a:p>
      </dgm:t>
    </dgm:pt>
    <dgm:pt modelId="{769EB0C3-1AFD-4946-9BA9-F62BC954006E}" type="sibTrans" cxnId="{0936A1BD-F5E8-42BC-83ED-79C632BA4E9C}">
      <dgm:prSet/>
      <dgm:spPr/>
      <dgm:t>
        <a:bodyPr/>
        <a:lstStyle/>
        <a:p>
          <a:endParaRPr lang="en-US"/>
        </a:p>
      </dgm:t>
    </dgm:pt>
    <dgm:pt modelId="{F369B347-26CD-4EC3-B5BC-C8B436AEB54E}">
      <dgm:prSet/>
      <dgm:spPr/>
      <dgm:t>
        <a:bodyPr/>
        <a:lstStyle/>
        <a:p>
          <a:r>
            <a:rPr lang="en-US"/>
            <a:t>CMS platforms</a:t>
          </a:r>
        </a:p>
      </dgm:t>
    </dgm:pt>
    <dgm:pt modelId="{E68C5C29-CAA9-4BB9-ADC1-2394D28D2163}" type="parTrans" cxnId="{2CA75F2A-BEC7-4A68-ACE4-2FFF808816C8}">
      <dgm:prSet/>
      <dgm:spPr/>
      <dgm:t>
        <a:bodyPr/>
        <a:lstStyle/>
        <a:p>
          <a:endParaRPr lang="en-US"/>
        </a:p>
      </dgm:t>
    </dgm:pt>
    <dgm:pt modelId="{0A84C0F8-2011-4D0F-BA75-D9A5DE8BDD3F}" type="sibTrans" cxnId="{2CA75F2A-BEC7-4A68-ACE4-2FFF808816C8}">
      <dgm:prSet/>
      <dgm:spPr/>
      <dgm:t>
        <a:bodyPr/>
        <a:lstStyle/>
        <a:p>
          <a:endParaRPr lang="en-US"/>
        </a:p>
      </dgm:t>
    </dgm:pt>
    <dgm:pt modelId="{4AED34E9-F582-C141-8390-EAA3CDB10058}" type="pres">
      <dgm:prSet presAssocID="{BA2A021B-D535-4EFA-B84B-1E96D748446B}" presName="vert0" presStyleCnt="0">
        <dgm:presLayoutVars>
          <dgm:dir/>
          <dgm:animOne val="branch"/>
          <dgm:animLvl val="lvl"/>
        </dgm:presLayoutVars>
      </dgm:prSet>
      <dgm:spPr/>
    </dgm:pt>
    <dgm:pt modelId="{3C9F6C93-0216-1940-A7BF-53CFD89989ED}" type="pres">
      <dgm:prSet presAssocID="{1D7D63C8-30B0-4268-8B90-DC7260331F16}" presName="thickLine" presStyleLbl="alignNode1" presStyleIdx="0" presStyleCnt="4"/>
      <dgm:spPr/>
    </dgm:pt>
    <dgm:pt modelId="{5E12B00A-DD5E-7D45-879C-CF84A902D6A3}" type="pres">
      <dgm:prSet presAssocID="{1D7D63C8-30B0-4268-8B90-DC7260331F16}" presName="horz1" presStyleCnt="0"/>
      <dgm:spPr/>
    </dgm:pt>
    <dgm:pt modelId="{C07779C2-87DC-A94F-8120-44840AF518DF}" type="pres">
      <dgm:prSet presAssocID="{1D7D63C8-30B0-4268-8B90-DC7260331F16}" presName="tx1" presStyleLbl="revTx" presStyleIdx="0" presStyleCnt="4"/>
      <dgm:spPr/>
    </dgm:pt>
    <dgm:pt modelId="{19A3D1FD-FCCB-C242-B1FC-3423C8F07449}" type="pres">
      <dgm:prSet presAssocID="{1D7D63C8-30B0-4268-8B90-DC7260331F16}" presName="vert1" presStyleCnt="0"/>
      <dgm:spPr/>
    </dgm:pt>
    <dgm:pt modelId="{6CC3E2E8-DEF6-0648-90E4-AAB5F643E994}" type="pres">
      <dgm:prSet presAssocID="{DA58C310-1215-45B0-A1B0-FD88E10AF0A8}" presName="thickLine" presStyleLbl="alignNode1" presStyleIdx="1" presStyleCnt="4"/>
      <dgm:spPr/>
    </dgm:pt>
    <dgm:pt modelId="{46D1B259-CC8F-7E45-9C36-935C5C50C05F}" type="pres">
      <dgm:prSet presAssocID="{DA58C310-1215-45B0-A1B0-FD88E10AF0A8}" presName="horz1" presStyleCnt="0"/>
      <dgm:spPr/>
    </dgm:pt>
    <dgm:pt modelId="{2302DD2B-5723-6842-B3BC-3FED50B52A49}" type="pres">
      <dgm:prSet presAssocID="{DA58C310-1215-45B0-A1B0-FD88E10AF0A8}" presName="tx1" presStyleLbl="revTx" presStyleIdx="1" presStyleCnt="4"/>
      <dgm:spPr/>
    </dgm:pt>
    <dgm:pt modelId="{0265B9EA-C1F6-234B-A1EF-263A1D1F5DB9}" type="pres">
      <dgm:prSet presAssocID="{DA58C310-1215-45B0-A1B0-FD88E10AF0A8}" presName="vert1" presStyleCnt="0"/>
      <dgm:spPr/>
    </dgm:pt>
    <dgm:pt modelId="{E76E43BD-2017-804A-92F4-2CEAB4E4B65B}" type="pres">
      <dgm:prSet presAssocID="{03F03993-E650-4D06-886F-8D0415AA4343}" presName="thickLine" presStyleLbl="alignNode1" presStyleIdx="2" presStyleCnt="4"/>
      <dgm:spPr/>
    </dgm:pt>
    <dgm:pt modelId="{FA3FD24B-8AF9-894E-A192-D68CC44733CB}" type="pres">
      <dgm:prSet presAssocID="{03F03993-E650-4D06-886F-8D0415AA4343}" presName="horz1" presStyleCnt="0"/>
      <dgm:spPr/>
    </dgm:pt>
    <dgm:pt modelId="{FB8732B8-4184-E84C-B82C-8BDF430290EC}" type="pres">
      <dgm:prSet presAssocID="{03F03993-E650-4D06-886F-8D0415AA4343}" presName="tx1" presStyleLbl="revTx" presStyleIdx="2" presStyleCnt="4"/>
      <dgm:spPr/>
    </dgm:pt>
    <dgm:pt modelId="{C283D73A-9A0B-0C4A-A047-904AF6A842F1}" type="pres">
      <dgm:prSet presAssocID="{03F03993-E650-4D06-886F-8D0415AA4343}" presName="vert1" presStyleCnt="0"/>
      <dgm:spPr/>
    </dgm:pt>
    <dgm:pt modelId="{CAE4696B-FB28-F34E-BB44-DEE0526CB962}" type="pres">
      <dgm:prSet presAssocID="{F369B347-26CD-4EC3-B5BC-C8B436AEB54E}" presName="thickLine" presStyleLbl="alignNode1" presStyleIdx="3" presStyleCnt="4"/>
      <dgm:spPr/>
    </dgm:pt>
    <dgm:pt modelId="{6613F450-C1C5-1F40-9E1F-468C4C83E1D7}" type="pres">
      <dgm:prSet presAssocID="{F369B347-26CD-4EC3-B5BC-C8B436AEB54E}" presName="horz1" presStyleCnt="0"/>
      <dgm:spPr/>
    </dgm:pt>
    <dgm:pt modelId="{E9792997-3AB2-6A4E-8788-4854F8151E83}" type="pres">
      <dgm:prSet presAssocID="{F369B347-26CD-4EC3-B5BC-C8B436AEB54E}" presName="tx1" presStyleLbl="revTx" presStyleIdx="3" presStyleCnt="4"/>
      <dgm:spPr/>
    </dgm:pt>
    <dgm:pt modelId="{50FBEC24-12C8-7147-BFBC-17EF84831B29}" type="pres">
      <dgm:prSet presAssocID="{F369B347-26CD-4EC3-B5BC-C8B436AEB54E}" presName="vert1" presStyleCnt="0"/>
      <dgm:spPr/>
    </dgm:pt>
  </dgm:ptLst>
  <dgm:cxnLst>
    <dgm:cxn modelId="{F2650420-A71C-48A1-843E-E556F575D28C}" srcId="{BA2A021B-D535-4EFA-B84B-1E96D748446B}" destId="{1D7D63C8-30B0-4268-8B90-DC7260331F16}" srcOrd="0" destOrd="0" parTransId="{3829AC6A-DA65-4D0F-9E7A-4AB18CFCF2B6}" sibTransId="{6C564187-8853-43E8-8FF6-BA37028C784F}"/>
    <dgm:cxn modelId="{2CA75F2A-BEC7-4A68-ACE4-2FFF808816C8}" srcId="{BA2A021B-D535-4EFA-B84B-1E96D748446B}" destId="{F369B347-26CD-4EC3-B5BC-C8B436AEB54E}" srcOrd="3" destOrd="0" parTransId="{E68C5C29-CAA9-4BB9-ADC1-2394D28D2163}" sibTransId="{0A84C0F8-2011-4D0F-BA75-D9A5DE8BDD3F}"/>
    <dgm:cxn modelId="{D6142F3F-A945-0E47-90B4-C844714A6DC2}" type="presOf" srcId="{1D7D63C8-30B0-4268-8B90-DC7260331F16}" destId="{C07779C2-87DC-A94F-8120-44840AF518DF}" srcOrd="0" destOrd="0" presId="urn:microsoft.com/office/officeart/2008/layout/LinedList"/>
    <dgm:cxn modelId="{8CDEDFAC-8714-0841-BD7A-5693E06D88A0}" type="presOf" srcId="{BA2A021B-D535-4EFA-B84B-1E96D748446B}" destId="{4AED34E9-F582-C141-8390-EAA3CDB10058}" srcOrd="0" destOrd="0" presId="urn:microsoft.com/office/officeart/2008/layout/LinedList"/>
    <dgm:cxn modelId="{0936A1BD-F5E8-42BC-83ED-79C632BA4E9C}" srcId="{BA2A021B-D535-4EFA-B84B-1E96D748446B}" destId="{03F03993-E650-4D06-886F-8D0415AA4343}" srcOrd="2" destOrd="0" parTransId="{69E1FC86-D32D-42CF-A340-D03C56A18C96}" sibTransId="{769EB0C3-1AFD-4946-9BA9-F62BC954006E}"/>
    <dgm:cxn modelId="{4B6571E2-5C89-8349-9ED3-CFC8CAB562DB}" type="presOf" srcId="{DA58C310-1215-45B0-A1B0-FD88E10AF0A8}" destId="{2302DD2B-5723-6842-B3BC-3FED50B52A49}" srcOrd="0" destOrd="0" presId="urn:microsoft.com/office/officeart/2008/layout/LinedList"/>
    <dgm:cxn modelId="{2BA95EE4-91AF-7549-A181-151DC4F86155}" type="presOf" srcId="{F369B347-26CD-4EC3-B5BC-C8B436AEB54E}" destId="{E9792997-3AB2-6A4E-8788-4854F8151E83}" srcOrd="0" destOrd="0" presId="urn:microsoft.com/office/officeart/2008/layout/LinedList"/>
    <dgm:cxn modelId="{E7ECCFE4-D41E-4A46-80BC-E972ECFF8A95}" srcId="{BA2A021B-D535-4EFA-B84B-1E96D748446B}" destId="{DA58C310-1215-45B0-A1B0-FD88E10AF0A8}" srcOrd="1" destOrd="0" parTransId="{6C8F0C17-0325-4437-8E5E-CA45AA0EB3EB}" sibTransId="{3C234C3F-28FC-4041-A182-43F2ECAE8244}"/>
    <dgm:cxn modelId="{1A502AEF-1C7A-8844-A89A-1BC87E80F489}" type="presOf" srcId="{03F03993-E650-4D06-886F-8D0415AA4343}" destId="{FB8732B8-4184-E84C-B82C-8BDF430290EC}" srcOrd="0" destOrd="0" presId="urn:microsoft.com/office/officeart/2008/layout/LinedList"/>
    <dgm:cxn modelId="{7170F31F-6F9D-4D49-8C03-FB069BD7887C}" type="presParOf" srcId="{4AED34E9-F582-C141-8390-EAA3CDB10058}" destId="{3C9F6C93-0216-1940-A7BF-53CFD89989ED}" srcOrd="0" destOrd="0" presId="urn:microsoft.com/office/officeart/2008/layout/LinedList"/>
    <dgm:cxn modelId="{2030B524-60EE-A94B-9588-0648E33D2CDA}" type="presParOf" srcId="{4AED34E9-F582-C141-8390-EAA3CDB10058}" destId="{5E12B00A-DD5E-7D45-879C-CF84A902D6A3}" srcOrd="1" destOrd="0" presId="urn:microsoft.com/office/officeart/2008/layout/LinedList"/>
    <dgm:cxn modelId="{6635C211-F7A4-CE41-9EAF-985AE4A5C295}" type="presParOf" srcId="{5E12B00A-DD5E-7D45-879C-CF84A902D6A3}" destId="{C07779C2-87DC-A94F-8120-44840AF518DF}" srcOrd="0" destOrd="0" presId="urn:microsoft.com/office/officeart/2008/layout/LinedList"/>
    <dgm:cxn modelId="{C328F496-30AC-A748-A7CB-0A3CF71DF4D2}" type="presParOf" srcId="{5E12B00A-DD5E-7D45-879C-CF84A902D6A3}" destId="{19A3D1FD-FCCB-C242-B1FC-3423C8F07449}" srcOrd="1" destOrd="0" presId="urn:microsoft.com/office/officeart/2008/layout/LinedList"/>
    <dgm:cxn modelId="{C6F6A515-EF08-6843-B123-1615B5317F82}" type="presParOf" srcId="{4AED34E9-F582-C141-8390-EAA3CDB10058}" destId="{6CC3E2E8-DEF6-0648-90E4-AAB5F643E994}" srcOrd="2" destOrd="0" presId="urn:microsoft.com/office/officeart/2008/layout/LinedList"/>
    <dgm:cxn modelId="{E6AC94B2-8B45-1A40-8B66-67D915F20D4D}" type="presParOf" srcId="{4AED34E9-F582-C141-8390-EAA3CDB10058}" destId="{46D1B259-CC8F-7E45-9C36-935C5C50C05F}" srcOrd="3" destOrd="0" presId="urn:microsoft.com/office/officeart/2008/layout/LinedList"/>
    <dgm:cxn modelId="{5D23CFF1-E115-EA4E-A1C6-73C6C7C11F07}" type="presParOf" srcId="{46D1B259-CC8F-7E45-9C36-935C5C50C05F}" destId="{2302DD2B-5723-6842-B3BC-3FED50B52A49}" srcOrd="0" destOrd="0" presId="urn:microsoft.com/office/officeart/2008/layout/LinedList"/>
    <dgm:cxn modelId="{1BD9A66A-C52A-A848-8897-B08CDE41EB81}" type="presParOf" srcId="{46D1B259-CC8F-7E45-9C36-935C5C50C05F}" destId="{0265B9EA-C1F6-234B-A1EF-263A1D1F5DB9}" srcOrd="1" destOrd="0" presId="urn:microsoft.com/office/officeart/2008/layout/LinedList"/>
    <dgm:cxn modelId="{774BD2A8-B1D1-CD40-9317-84AD71673AF8}" type="presParOf" srcId="{4AED34E9-F582-C141-8390-EAA3CDB10058}" destId="{E76E43BD-2017-804A-92F4-2CEAB4E4B65B}" srcOrd="4" destOrd="0" presId="urn:microsoft.com/office/officeart/2008/layout/LinedList"/>
    <dgm:cxn modelId="{6410427F-6E16-4542-A0FB-AB8770FCC336}" type="presParOf" srcId="{4AED34E9-F582-C141-8390-EAA3CDB10058}" destId="{FA3FD24B-8AF9-894E-A192-D68CC44733CB}" srcOrd="5" destOrd="0" presId="urn:microsoft.com/office/officeart/2008/layout/LinedList"/>
    <dgm:cxn modelId="{DC9E4DE7-B108-2A46-9F1D-36638BEC094B}" type="presParOf" srcId="{FA3FD24B-8AF9-894E-A192-D68CC44733CB}" destId="{FB8732B8-4184-E84C-B82C-8BDF430290EC}" srcOrd="0" destOrd="0" presId="urn:microsoft.com/office/officeart/2008/layout/LinedList"/>
    <dgm:cxn modelId="{F8579DD8-DDC2-9B42-84CC-4E8CFED92090}" type="presParOf" srcId="{FA3FD24B-8AF9-894E-A192-D68CC44733CB}" destId="{C283D73A-9A0B-0C4A-A047-904AF6A842F1}" srcOrd="1" destOrd="0" presId="urn:microsoft.com/office/officeart/2008/layout/LinedList"/>
    <dgm:cxn modelId="{3A5D5D17-F041-B34D-BB3D-C6AF2FFDE137}" type="presParOf" srcId="{4AED34E9-F582-C141-8390-EAA3CDB10058}" destId="{CAE4696B-FB28-F34E-BB44-DEE0526CB962}" srcOrd="6" destOrd="0" presId="urn:microsoft.com/office/officeart/2008/layout/LinedList"/>
    <dgm:cxn modelId="{0F851E4A-B498-B04E-8871-F05FC5F5ED32}" type="presParOf" srcId="{4AED34E9-F582-C141-8390-EAA3CDB10058}" destId="{6613F450-C1C5-1F40-9E1F-468C4C83E1D7}" srcOrd="7" destOrd="0" presId="urn:microsoft.com/office/officeart/2008/layout/LinedList"/>
    <dgm:cxn modelId="{A82C6112-BD8D-E641-ABF1-8F6C2F40EBA6}" type="presParOf" srcId="{6613F450-C1C5-1F40-9E1F-468C4C83E1D7}" destId="{E9792997-3AB2-6A4E-8788-4854F8151E83}" srcOrd="0" destOrd="0" presId="urn:microsoft.com/office/officeart/2008/layout/LinedList"/>
    <dgm:cxn modelId="{656D19EC-E0D4-5648-B4F4-A5887A0BCB79}" type="presParOf" srcId="{6613F450-C1C5-1F40-9E1F-468C4C83E1D7}" destId="{50FBEC24-12C8-7147-BFBC-17EF84831B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02590F-E93C-4871-8A40-2F3172BEB2D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A67F5D6-62B9-4EC8-9408-1954A0AA92F9}">
      <dgm:prSet/>
      <dgm:spPr/>
      <dgm:t>
        <a:bodyPr/>
        <a:lstStyle/>
        <a:p>
          <a:r>
            <a:rPr lang="en-US"/>
            <a:t>Frontend tools: VS Code, Figma, DevTools</a:t>
          </a:r>
        </a:p>
      </dgm:t>
    </dgm:pt>
    <dgm:pt modelId="{F4308C9A-4C6C-4B7B-84F7-9A22E30EB407}" type="parTrans" cxnId="{CC65BFC8-CDE2-4857-8D28-D8C90EACFBF0}">
      <dgm:prSet/>
      <dgm:spPr/>
      <dgm:t>
        <a:bodyPr/>
        <a:lstStyle/>
        <a:p>
          <a:endParaRPr lang="en-US"/>
        </a:p>
      </dgm:t>
    </dgm:pt>
    <dgm:pt modelId="{7B57C54B-7556-4E3D-B0BD-F88CC26534F4}" type="sibTrans" cxnId="{CC65BFC8-CDE2-4857-8D28-D8C90EACFBF0}">
      <dgm:prSet/>
      <dgm:spPr/>
      <dgm:t>
        <a:bodyPr/>
        <a:lstStyle/>
        <a:p>
          <a:endParaRPr lang="en-US"/>
        </a:p>
      </dgm:t>
    </dgm:pt>
    <dgm:pt modelId="{693609D8-D9BC-43F8-81CA-860005FE6908}">
      <dgm:prSet/>
      <dgm:spPr/>
      <dgm:t>
        <a:bodyPr/>
        <a:lstStyle/>
        <a:p>
          <a:r>
            <a:rPr lang="en-US"/>
            <a:t>Backend tools: Node.js, Python, PHP</a:t>
          </a:r>
        </a:p>
      </dgm:t>
    </dgm:pt>
    <dgm:pt modelId="{B1D04488-C8F9-45A9-BACB-1E269E7D290A}" type="parTrans" cxnId="{2E561C55-25F6-48B2-B269-56CB3E4460D2}">
      <dgm:prSet/>
      <dgm:spPr/>
      <dgm:t>
        <a:bodyPr/>
        <a:lstStyle/>
        <a:p>
          <a:endParaRPr lang="en-US"/>
        </a:p>
      </dgm:t>
    </dgm:pt>
    <dgm:pt modelId="{C912F549-46FC-4E22-8479-DBB4DE6B0219}" type="sibTrans" cxnId="{2E561C55-25F6-48B2-B269-56CB3E4460D2}">
      <dgm:prSet/>
      <dgm:spPr/>
      <dgm:t>
        <a:bodyPr/>
        <a:lstStyle/>
        <a:p>
          <a:endParaRPr lang="en-US"/>
        </a:p>
      </dgm:t>
    </dgm:pt>
    <dgm:pt modelId="{E2D6ACD9-DC65-4708-9FCD-2BC3DA0D8259}">
      <dgm:prSet/>
      <dgm:spPr/>
      <dgm:t>
        <a:bodyPr/>
        <a:lstStyle/>
        <a:p>
          <a:r>
            <a:rPr lang="en-US"/>
            <a:t>CMS: WordPress, Squarespace, Shopify</a:t>
          </a:r>
        </a:p>
      </dgm:t>
    </dgm:pt>
    <dgm:pt modelId="{F9C7F16D-D034-4283-9BF3-B5D164832065}" type="parTrans" cxnId="{782AE94C-70E4-4B7B-9664-7418B8E00FCA}">
      <dgm:prSet/>
      <dgm:spPr/>
      <dgm:t>
        <a:bodyPr/>
        <a:lstStyle/>
        <a:p>
          <a:endParaRPr lang="en-US"/>
        </a:p>
      </dgm:t>
    </dgm:pt>
    <dgm:pt modelId="{C605BFD7-EF19-49E6-968E-963C430AF5BC}" type="sibTrans" cxnId="{782AE94C-70E4-4B7B-9664-7418B8E00FCA}">
      <dgm:prSet/>
      <dgm:spPr/>
      <dgm:t>
        <a:bodyPr/>
        <a:lstStyle/>
        <a:p>
          <a:endParaRPr lang="en-US"/>
        </a:p>
      </dgm:t>
    </dgm:pt>
    <dgm:pt modelId="{76207953-B8AF-5843-97C8-F8AEDEBD2CAA}" type="pres">
      <dgm:prSet presAssocID="{1502590F-E93C-4871-8A40-2F3172BEB2DD}" presName="linear" presStyleCnt="0">
        <dgm:presLayoutVars>
          <dgm:animLvl val="lvl"/>
          <dgm:resizeHandles val="exact"/>
        </dgm:presLayoutVars>
      </dgm:prSet>
      <dgm:spPr/>
    </dgm:pt>
    <dgm:pt modelId="{18A3A9BC-60CE-8740-9272-8AFF2B589173}" type="pres">
      <dgm:prSet presAssocID="{8A67F5D6-62B9-4EC8-9408-1954A0AA92F9}" presName="parentText" presStyleLbl="node1" presStyleIdx="0" presStyleCnt="3">
        <dgm:presLayoutVars>
          <dgm:chMax val="0"/>
          <dgm:bulletEnabled val="1"/>
        </dgm:presLayoutVars>
      </dgm:prSet>
      <dgm:spPr/>
    </dgm:pt>
    <dgm:pt modelId="{0D840BE0-79BD-7A47-932F-B13772D32F41}" type="pres">
      <dgm:prSet presAssocID="{7B57C54B-7556-4E3D-B0BD-F88CC26534F4}" presName="spacer" presStyleCnt="0"/>
      <dgm:spPr/>
    </dgm:pt>
    <dgm:pt modelId="{856A5558-ABA2-2C4E-B680-8C3FB3CBB9D3}" type="pres">
      <dgm:prSet presAssocID="{693609D8-D9BC-43F8-81CA-860005FE6908}" presName="parentText" presStyleLbl="node1" presStyleIdx="1" presStyleCnt="3">
        <dgm:presLayoutVars>
          <dgm:chMax val="0"/>
          <dgm:bulletEnabled val="1"/>
        </dgm:presLayoutVars>
      </dgm:prSet>
      <dgm:spPr/>
    </dgm:pt>
    <dgm:pt modelId="{FDFBDA6B-F226-ED4A-91CD-39CEAE7AB6D3}" type="pres">
      <dgm:prSet presAssocID="{C912F549-46FC-4E22-8479-DBB4DE6B0219}" presName="spacer" presStyleCnt="0"/>
      <dgm:spPr/>
    </dgm:pt>
    <dgm:pt modelId="{C304422A-0C5F-0046-B2CC-D74D4DF8B920}" type="pres">
      <dgm:prSet presAssocID="{E2D6ACD9-DC65-4708-9FCD-2BC3DA0D8259}" presName="parentText" presStyleLbl="node1" presStyleIdx="2" presStyleCnt="3">
        <dgm:presLayoutVars>
          <dgm:chMax val="0"/>
          <dgm:bulletEnabled val="1"/>
        </dgm:presLayoutVars>
      </dgm:prSet>
      <dgm:spPr/>
    </dgm:pt>
  </dgm:ptLst>
  <dgm:cxnLst>
    <dgm:cxn modelId="{09FFD73F-7AEA-AE40-BE82-925F61DA4574}" type="presOf" srcId="{8A67F5D6-62B9-4EC8-9408-1954A0AA92F9}" destId="{18A3A9BC-60CE-8740-9272-8AFF2B589173}" srcOrd="0" destOrd="0" presId="urn:microsoft.com/office/officeart/2005/8/layout/vList2"/>
    <dgm:cxn modelId="{782AE94C-70E4-4B7B-9664-7418B8E00FCA}" srcId="{1502590F-E93C-4871-8A40-2F3172BEB2DD}" destId="{E2D6ACD9-DC65-4708-9FCD-2BC3DA0D8259}" srcOrd="2" destOrd="0" parTransId="{F9C7F16D-D034-4283-9BF3-B5D164832065}" sibTransId="{C605BFD7-EF19-49E6-968E-963C430AF5BC}"/>
    <dgm:cxn modelId="{2E561C55-25F6-48B2-B269-56CB3E4460D2}" srcId="{1502590F-E93C-4871-8A40-2F3172BEB2DD}" destId="{693609D8-D9BC-43F8-81CA-860005FE6908}" srcOrd="1" destOrd="0" parTransId="{B1D04488-C8F9-45A9-BACB-1E269E7D290A}" sibTransId="{C912F549-46FC-4E22-8479-DBB4DE6B0219}"/>
    <dgm:cxn modelId="{6A80CBA4-A94C-DA47-93F8-8D8683475EF9}" type="presOf" srcId="{1502590F-E93C-4871-8A40-2F3172BEB2DD}" destId="{76207953-B8AF-5843-97C8-F8AEDEBD2CAA}" srcOrd="0" destOrd="0" presId="urn:microsoft.com/office/officeart/2005/8/layout/vList2"/>
    <dgm:cxn modelId="{CC65BFC8-CDE2-4857-8D28-D8C90EACFBF0}" srcId="{1502590F-E93C-4871-8A40-2F3172BEB2DD}" destId="{8A67F5D6-62B9-4EC8-9408-1954A0AA92F9}" srcOrd="0" destOrd="0" parTransId="{F4308C9A-4C6C-4B7B-84F7-9A22E30EB407}" sibTransId="{7B57C54B-7556-4E3D-B0BD-F88CC26534F4}"/>
    <dgm:cxn modelId="{6FD769EC-AB0D-B94B-8FC4-82DC50151985}" type="presOf" srcId="{E2D6ACD9-DC65-4708-9FCD-2BC3DA0D8259}" destId="{C304422A-0C5F-0046-B2CC-D74D4DF8B920}" srcOrd="0" destOrd="0" presId="urn:microsoft.com/office/officeart/2005/8/layout/vList2"/>
    <dgm:cxn modelId="{757DB1FC-B268-8144-9744-CBED277A1592}" type="presOf" srcId="{693609D8-D9BC-43F8-81CA-860005FE6908}" destId="{856A5558-ABA2-2C4E-B680-8C3FB3CBB9D3}" srcOrd="0" destOrd="0" presId="urn:microsoft.com/office/officeart/2005/8/layout/vList2"/>
    <dgm:cxn modelId="{0A7D961D-8FC7-FD43-BBC5-67499B9C7044}" type="presParOf" srcId="{76207953-B8AF-5843-97C8-F8AEDEBD2CAA}" destId="{18A3A9BC-60CE-8740-9272-8AFF2B589173}" srcOrd="0" destOrd="0" presId="urn:microsoft.com/office/officeart/2005/8/layout/vList2"/>
    <dgm:cxn modelId="{92876B9C-D701-1541-BAA9-9CC3E435292F}" type="presParOf" srcId="{76207953-B8AF-5843-97C8-F8AEDEBD2CAA}" destId="{0D840BE0-79BD-7A47-932F-B13772D32F41}" srcOrd="1" destOrd="0" presId="urn:microsoft.com/office/officeart/2005/8/layout/vList2"/>
    <dgm:cxn modelId="{3984440B-1595-0447-ACB4-5136A1A7CC0B}" type="presParOf" srcId="{76207953-B8AF-5843-97C8-F8AEDEBD2CAA}" destId="{856A5558-ABA2-2C4E-B680-8C3FB3CBB9D3}" srcOrd="2" destOrd="0" presId="urn:microsoft.com/office/officeart/2005/8/layout/vList2"/>
    <dgm:cxn modelId="{42EAEB9D-2224-8C47-A152-B6F5D6B838CC}" type="presParOf" srcId="{76207953-B8AF-5843-97C8-F8AEDEBD2CAA}" destId="{FDFBDA6B-F226-ED4A-91CD-39CEAE7AB6D3}" srcOrd="3" destOrd="0" presId="urn:microsoft.com/office/officeart/2005/8/layout/vList2"/>
    <dgm:cxn modelId="{B4EA4D5A-3620-3742-9CDE-4DB21E950DE8}" type="presParOf" srcId="{76207953-B8AF-5843-97C8-F8AEDEBD2CAA}" destId="{C304422A-0C5F-0046-B2CC-D74D4DF8B92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BFEA1BB-5508-4034-A2C9-34640FBA86CB}" type="doc">
      <dgm:prSet loTypeId="urn:microsoft.com/office/officeart/2009/3/layout/HorizontalOrganizationChart" loCatId="hierarchy" qsTypeId="urn:microsoft.com/office/officeart/2005/8/quickstyle/simple1" qsCatId="simple" csTypeId="urn:microsoft.com/office/officeart/2005/8/colors/colorful1" csCatId="colorful"/>
      <dgm:spPr/>
      <dgm:t>
        <a:bodyPr/>
        <a:lstStyle/>
        <a:p>
          <a:endParaRPr lang="en-US"/>
        </a:p>
      </dgm:t>
    </dgm:pt>
    <dgm:pt modelId="{E8D0AD2A-12C8-47B8-AFE1-F9730B47E362}">
      <dgm:prSet/>
      <dgm:spPr/>
      <dgm:t>
        <a:bodyPr/>
        <a:lstStyle/>
        <a:p>
          <a:r>
            <a:rPr lang="en-US"/>
            <a:t>Content updates, security patches, server updates</a:t>
          </a:r>
        </a:p>
      </dgm:t>
    </dgm:pt>
    <dgm:pt modelId="{29095E50-96D7-4864-9DD8-BDFF03D69898}" type="parTrans" cxnId="{033EDF85-DFDA-4802-B287-F5CD1FD998BE}">
      <dgm:prSet/>
      <dgm:spPr/>
      <dgm:t>
        <a:bodyPr/>
        <a:lstStyle/>
        <a:p>
          <a:endParaRPr lang="en-US"/>
        </a:p>
      </dgm:t>
    </dgm:pt>
    <dgm:pt modelId="{00B6F0A7-A432-46EF-9427-490FBBF2346D}" type="sibTrans" cxnId="{033EDF85-DFDA-4802-B287-F5CD1FD998BE}">
      <dgm:prSet/>
      <dgm:spPr/>
      <dgm:t>
        <a:bodyPr/>
        <a:lstStyle/>
        <a:p>
          <a:endParaRPr lang="en-US"/>
        </a:p>
      </dgm:t>
    </dgm:pt>
    <dgm:pt modelId="{756AE7D3-7618-4864-B64B-798172739251}">
      <dgm:prSet/>
      <dgm:spPr/>
      <dgm:t>
        <a:bodyPr/>
        <a:lstStyle/>
        <a:p>
          <a:r>
            <a:rPr lang="en-US"/>
            <a:t>Performance optimization, SEO, analytics</a:t>
          </a:r>
        </a:p>
      </dgm:t>
    </dgm:pt>
    <dgm:pt modelId="{178B80C5-2798-4975-99D2-179D6C7F7F24}" type="parTrans" cxnId="{FEF12525-C2F0-4DC3-97CC-D139577EA172}">
      <dgm:prSet/>
      <dgm:spPr/>
      <dgm:t>
        <a:bodyPr/>
        <a:lstStyle/>
        <a:p>
          <a:endParaRPr lang="en-US"/>
        </a:p>
      </dgm:t>
    </dgm:pt>
    <dgm:pt modelId="{8A2B4DAC-6845-4314-8B30-984527985162}" type="sibTrans" cxnId="{FEF12525-C2F0-4DC3-97CC-D139577EA172}">
      <dgm:prSet/>
      <dgm:spPr/>
      <dgm:t>
        <a:bodyPr/>
        <a:lstStyle/>
        <a:p>
          <a:endParaRPr lang="en-US"/>
        </a:p>
      </dgm:t>
    </dgm:pt>
    <dgm:pt modelId="{E45E875A-FC99-48F3-A190-05DEFCAE889E}">
      <dgm:prSet/>
      <dgm:spPr/>
      <dgm:t>
        <a:bodyPr/>
        <a:lstStyle/>
        <a:p>
          <a:r>
            <a:rPr lang="en-US"/>
            <a:t>Content is added using a </a:t>
          </a:r>
        </a:p>
      </dgm:t>
    </dgm:pt>
    <dgm:pt modelId="{F69220F4-45A1-4580-9641-A17697D0B21F}" type="parTrans" cxnId="{08BD3E3C-8CDC-45A1-B20E-3F43B118F478}">
      <dgm:prSet/>
      <dgm:spPr/>
      <dgm:t>
        <a:bodyPr/>
        <a:lstStyle/>
        <a:p>
          <a:endParaRPr lang="en-US"/>
        </a:p>
      </dgm:t>
    </dgm:pt>
    <dgm:pt modelId="{E7497E4C-2CA5-46EB-9C94-0DBCF87F0F6F}" type="sibTrans" cxnId="{08BD3E3C-8CDC-45A1-B20E-3F43B118F478}">
      <dgm:prSet/>
      <dgm:spPr/>
      <dgm:t>
        <a:bodyPr/>
        <a:lstStyle/>
        <a:p>
          <a:endParaRPr lang="en-US"/>
        </a:p>
      </dgm:t>
    </dgm:pt>
    <dgm:pt modelId="{5DA8F0F9-B452-44E6-BDC6-88C12D388196}">
      <dgm:prSet/>
      <dgm:spPr/>
      <dgm:t>
        <a:bodyPr/>
        <a:lstStyle/>
        <a:p>
          <a:r>
            <a:rPr lang="en-US"/>
            <a:t>CMS: upload media, publish pages</a:t>
          </a:r>
        </a:p>
      </dgm:t>
    </dgm:pt>
    <dgm:pt modelId="{160DAB9E-E42F-4B54-8993-8B7131BC8E2A}" type="parTrans" cxnId="{48386831-AD39-44CB-AC34-CCB46F3CFFC9}">
      <dgm:prSet/>
      <dgm:spPr/>
      <dgm:t>
        <a:bodyPr/>
        <a:lstStyle/>
        <a:p>
          <a:endParaRPr lang="en-US"/>
        </a:p>
      </dgm:t>
    </dgm:pt>
    <dgm:pt modelId="{0BE0C923-2101-419E-9D23-A0F6F3B0A2DD}" type="sibTrans" cxnId="{48386831-AD39-44CB-AC34-CCB46F3CFFC9}">
      <dgm:prSet/>
      <dgm:spPr/>
      <dgm:t>
        <a:bodyPr/>
        <a:lstStyle/>
        <a:p>
          <a:endParaRPr lang="en-US"/>
        </a:p>
      </dgm:t>
    </dgm:pt>
    <dgm:pt modelId="{2ED29349-EA7E-4C88-B273-914A5EC31A61}">
      <dgm:prSet/>
      <dgm:spPr/>
      <dgm:t>
        <a:bodyPr/>
        <a:lstStyle/>
        <a:p>
          <a:r>
            <a:rPr lang="en-US"/>
            <a:t>Code: update files, deploy via Git</a:t>
          </a:r>
        </a:p>
      </dgm:t>
    </dgm:pt>
    <dgm:pt modelId="{93B8D5C5-EC65-4E5E-8AFB-268FC6F6DB90}" type="parTrans" cxnId="{E89B8F3F-2251-4AE3-A8A4-56D5AB0BE7BA}">
      <dgm:prSet/>
      <dgm:spPr/>
      <dgm:t>
        <a:bodyPr/>
        <a:lstStyle/>
        <a:p>
          <a:endParaRPr lang="en-US"/>
        </a:p>
      </dgm:t>
    </dgm:pt>
    <dgm:pt modelId="{F7D49D59-7A63-4489-B264-2756C8EEBEF8}" type="sibTrans" cxnId="{E89B8F3F-2251-4AE3-A8A4-56D5AB0BE7BA}">
      <dgm:prSet/>
      <dgm:spPr/>
      <dgm:t>
        <a:bodyPr/>
        <a:lstStyle/>
        <a:p>
          <a:endParaRPr lang="en-US"/>
        </a:p>
      </dgm:t>
    </dgm:pt>
    <dgm:pt modelId="{92C3FC55-CB69-42E6-95A6-A210C37195BC}">
      <dgm:prSet/>
      <dgm:spPr/>
      <dgm:t>
        <a:bodyPr/>
        <a:lstStyle/>
        <a:p>
          <a:r>
            <a:rPr lang="en-US"/>
            <a:t>Automation: APIs, scheduled publishing</a:t>
          </a:r>
        </a:p>
      </dgm:t>
    </dgm:pt>
    <dgm:pt modelId="{BB54E0AA-AEFA-4E40-9CBE-DEE424AEB67B}" type="parTrans" cxnId="{0B02B98C-F180-456E-869A-C0150934BE92}">
      <dgm:prSet/>
      <dgm:spPr/>
      <dgm:t>
        <a:bodyPr/>
        <a:lstStyle/>
        <a:p>
          <a:endParaRPr lang="en-US"/>
        </a:p>
      </dgm:t>
    </dgm:pt>
    <dgm:pt modelId="{CB502313-B381-42B2-B46D-7CC674FDAFEA}" type="sibTrans" cxnId="{0B02B98C-F180-456E-869A-C0150934BE92}">
      <dgm:prSet/>
      <dgm:spPr/>
      <dgm:t>
        <a:bodyPr/>
        <a:lstStyle/>
        <a:p>
          <a:endParaRPr lang="en-US"/>
        </a:p>
      </dgm:t>
    </dgm:pt>
    <dgm:pt modelId="{62DFF4FC-E034-BF48-B0E2-917B056876EF}" type="pres">
      <dgm:prSet presAssocID="{6BFEA1BB-5508-4034-A2C9-34640FBA86CB}" presName="hierChild1" presStyleCnt="0">
        <dgm:presLayoutVars>
          <dgm:orgChart val="1"/>
          <dgm:chPref val="1"/>
          <dgm:dir/>
          <dgm:animOne val="branch"/>
          <dgm:animLvl val="lvl"/>
          <dgm:resizeHandles/>
        </dgm:presLayoutVars>
      </dgm:prSet>
      <dgm:spPr/>
    </dgm:pt>
    <dgm:pt modelId="{2DFBD374-4A8F-F940-AFE4-8C0A84200BBF}" type="pres">
      <dgm:prSet presAssocID="{E8D0AD2A-12C8-47B8-AFE1-F9730B47E362}" presName="hierRoot1" presStyleCnt="0">
        <dgm:presLayoutVars>
          <dgm:hierBranch val="init"/>
        </dgm:presLayoutVars>
      </dgm:prSet>
      <dgm:spPr/>
    </dgm:pt>
    <dgm:pt modelId="{6CB7B452-DC78-A043-8FF1-3178E0F49981}" type="pres">
      <dgm:prSet presAssocID="{E8D0AD2A-12C8-47B8-AFE1-F9730B47E362}" presName="rootComposite1" presStyleCnt="0"/>
      <dgm:spPr/>
    </dgm:pt>
    <dgm:pt modelId="{26745928-2C88-DC42-87D6-5F0ECC70858A}" type="pres">
      <dgm:prSet presAssocID="{E8D0AD2A-12C8-47B8-AFE1-F9730B47E362}" presName="rootText1" presStyleLbl="node0" presStyleIdx="0" presStyleCnt="3">
        <dgm:presLayoutVars>
          <dgm:chPref val="3"/>
        </dgm:presLayoutVars>
      </dgm:prSet>
      <dgm:spPr/>
    </dgm:pt>
    <dgm:pt modelId="{740DCAF9-3044-444F-959F-3DEBF9B54A09}" type="pres">
      <dgm:prSet presAssocID="{E8D0AD2A-12C8-47B8-AFE1-F9730B47E362}" presName="rootConnector1" presStyleLbl="node1" presStyleIdx="0" presStyleCnt="0"/>
      <dgm:spPr/>
    </dgm:pt>
    <dgm:pt modelId="{E716212B-E152-9940-914A-905B31765E9D}" type="pres">
      <dgm:prSet presAssocID="{E8D0AD2A-12C8-47B8-AFE1-F9730B47E362}" presName="hierChild2" presStyleCnt="0"/>
      <dgm:spPr/>
    </dgm:pt>
    <dgm:pt modelId="{FAB0F9AB-9930-9D40-9654-7ADDD7749544}" type="pres">
      <dgm:prSet presAssocID="{E8D0AD2A-12C8-47B8-AFE1-F9730B47E362}" presName="hierChild3" presStyleCnt="0"/>
      <dgm:spPr/>
    </dgm:pt>
    <dgm:pt modelId="{E4DBC1C8-0D0C-7A4F-8FBB-7274F7784840}" type="pres">
      <dgm:prSet presAssocID="{756AE7D3-7618-4864-B64B-798172739251}" presName="hierRoot1" presStyleCnt="0">
        <dgm:presLayoutVars>
          <dgm:hierBranch val="init"/>
        </dgm:presLayoutVars>
      </dgm:prSet>
      <dgm:spPr/>
    </dgm:pt>
    <dgm:pt modelId="{2BA6C56F-D1F2-7C45-9FDA-12D45567C1F0}" type="pres">
      <dgm:prSet presAssocID="{756AE7D3-7618-4864-B64B-798172739251}" presName="rootComposite1" presStyleCnt="0"/>
      <dgm:spPr/>
    </dgm:pt>
    <dgm:pt modelId="{0674987B-6580-E14C-89C7-A25D0974233A}" type="pres">
      <dgm:prSet presAssocID="{756AE7D3-7618-4864-B64B-798172739251}" presName="rootText1" presStyleLbl="node0" presStyleIdx="1" presStyleCnt="3">
        <dgm:presLayoutVars>
          <dgm:chPref val="3"/>
        </dgm:presLayoutVars>
      </dgm:prSet>
      <dgm:spPr/>
    </dgm:pt>
    <dgm:pt modelId="{D12094F6-B791-6E4C-917F-A70CB68E7009}" type="pres">
      <dgm:prSet presAssocID="{756AE7D3-7618-4864-B64B-798172739251}" presName="rootConnector1" presStyleLbl="node1" presStyleIdx="0" presStyleCnt="0"/>
      <dgm:spPr/>
    </dgm:pt>
    <dgm:pt modelId="{75D85803-1B11-2F42-B05C-3C638B36C8AA}" type="pres">
      <dgm:prSet presAssocID="{756AE7D3-7618-4864-B64B-798172739251}" presName="hierChild2" presStyleCnt="0"/>
      <dgm:spPr/>
    </dgm:pt>
    <dgm:pt modelId="{71703BED-DF75-F145-BE5D-DA45A1B77733}" type="pres">
      <dgm:prSet presAssocID="{756AE7D3-7618-4864-B64B-798172739251}" presName="hierChild3" presStyleCnt="0"/>
      <dgm:spPr/>
    </dgm:pt>
    <dgm:pt modelId="{F31A0399-3D0B-0442-A83C-60DA66B12CCF}" type="pres">
      <dgm:prSet presAssocID="{E45E875A-FC99-48F3-A190-05DEFCAE889E}" presName="hierRoot1" presStyleCnt="0">
        <dgm:presLayoutVars>
          <dgm:hierBranch val="init"/>
        </dgm:presLayoutVars>
      </dgm:prSet>
      <dgm:spPr/>
    </dgm:pt>
    <dgm:pt modelId="{3D207AA9-0AC4-414D-AD67-EB07FBDB1294}" type="pres">
      <dgm:prSet presAssocID="{E45E875A-FC99-48F3-A190-05DEFCAE889E}" presName="rootComposite1" presStyleCnt="0"/>
      <dgm:spPr/>
    </dgm:pt>
    <dgm:pt modelId="{C506C574-BFC7-1A4A-AC8A-B07043391FE8}" type="pres">
      <dgm:prSet presAssocID="{E45E875A-FC99-48F3-A190-05DEFCAE889E}" presName="rootText1" presStyleLbl="node0" presStyleIdx="2" presStyleCnt="3">
        <dgm:presLayoutVars>
          <dgm:chPref val="3"/>
        </dgm:presLayoutVars>
      </dgm:prSet>
      <dgm:spPr/>
    </dgm:pt>
    <dgm:pt modelId="{B826AE4D-6881-3542-A566-E508120F979B}" type="pres">
      <dgm:prSet presAssocID="{E45E875A-FC99-48F3-A190-05DEFCAE889E}" presName="rootConnector1" presStyleLbl="node1" presStyleIdx="0" presStyleCnt="0"/>
      <dgm:spPr/>
    </dgm:pt>
    <dgm:pt modelId="{D0C05C8A-8A35-D14C-BBDE-2BF9EEE6463B}" type="pres">
      <dgm:prSet presAssocID="{E45E875A-FC99-48F3-A190-05DEFCAE889E}" presName="hierChild2" presStyleCnt="0"/>
      <dgm:spPr/>
    </dgm:pt>
    <dgm:pt modelId="{D996C95B-94BA-B542-AFC8-9466CF2E21C6}" type="pres">
      <dgm:prSet presAssocID="{160DAB9E-E42F-4B54-8993-8B7131BC8E2A}" presName="Name64" presStyleLbl="parChTrans1D2" presStyleIdx="0" presStyleCnt="3"/>
      <dgm:spPr/>
    </dgm:pt>
    <dgm:pt modelId="{0D04D8DC-EC16-4947-BEC4-1E8753FFC5C3}" type="pres">
      <dgm:prSet presAssocID="{5DA8F0F9-B452-44E6-BDC6-88C12D388196}" presName="hierRoot2" presStyleCnt="0">
        <dgm:presLayoutVars>
          <dgm:hierBranch val="init"/>
        </dgm:presLayoutVars>
      </dgm:prSet>
      <dgm:spPr/>
    </dgm:pt>
    <dgm:pt modelId="{A26EC905-1B18-D24E-9CEA-7D2EAFB0FC83}" type="pres">
      <dgm:prSet presAssocID="{5DA8F0F9-B452-44E6-BDC6-88C12D388196}" presName="rootComposite" presStyleCnt="0"/>
      <dgm:spPr/>
    </dgm:pt>
    <dgm:pt modelId="{91760D4B-5B1A-1344-BB41-2360452FA6DB}" type="pres">
      <dgm:prSet presAssocID="{5DA8F0F9-B452-44E6-BDC6-88C12D388196}" presName="rootText" presStyleLbl="node2" presStyleIdx="0" presStyleCnt="3">
        <dgm:presLayoutVars>
          <dgm:chPref val="3"/>
        </dgm:presLayoutVars>
      </dgm:prSet>
      <dgm:spPr/>
    </dgm:pt>
    <dgm:pt modelId="{D2A9723E-532E-7F4D-917C-6D73007F9E3D}" type="pres">
      <dgm:prSet presAssocID="{5DA8F0F9-B452-44E6-BDC6-88C12D388196}" presName="rootConnector" presStyleLbl="node2" presStyleIdx="0" presStyleCnt="3"/>
      <dgm:spPr/>
    </dgm:pt>
    <dgm:pt modelId="{40E67690-EAC2-F847-80AB-F5113A7CF986}" type="pres">
      <dgm:prSet presAssocID="{5DA8F0F9-B452-44E6-BDC6-88C12D388196}" presName="hierChild4" presStyleCnt="0"/>
      <dgm:spPr/>
    </dgm:pt>
    <dgm:pt modelId="{28DE0AA9-9E30-954B-8056-BBA4EFF03C6F}" type="pres">
      <dgm:prSet presAssocID="{5DA8F0F9-B452-44E6-BDC6-88C12D388196}" presName="hierChild5" presStyleCnt="0"/>
      <dgm:spPr/>
    </dgm:pt>
    <dgm:pt modelId="{BF141F0B-3BE4-444B-9A2C-4BA690EC7B79}" type="pres">
      <dgm:prSet presAssocID="{93B8D5C5-EC65-4E5E-8AFB-268FC6F6DB90}" presName="Name64" presStyleLbl="parChTrans1D2" presStyleIdx="1" presStyleCnt="3"/>
      <dgm:spPr/>
    </dgm:pt>
    <dgm:pt modelId="{387D41D3-27C9-934F-9D23-C1804039D82A}" type="pres">
      <dgm:prSet presAssocID="{2ED29349-EA7E-4C88-B273-914A5EC31A61}" presName="hierRoot2" presStyleCnt="0">
        <dgm:presLayoutVars>
          <dgm:hierBranch val="init"/>
        </dgm:presLayoutVars>
      </dgm:prSet>
      <dgm:spPr/>
    </dgm:pt>
    <dgm:pt modelId="{F39C3527-0B49-524A-854F-B1FC250C2C85}" type="pres">
      <dgm:prSet presAssocID="{2ED29349-EA7E-4C88-B273-914A5EC31A61}" presName="rootComposite" presStyleCnt="0"/>
      <dgm:spPr/>
    </dgm:pt>
    <dgm:pt modelId="{268A7E0D-E8FB-FC4A-98B0-B9948A95EDEC}" type="pres">
      <dgm:prSet presAssocID="{2ED29349-EA7E-4C88-B273-914A5EC31A61}" presName="rootText" presStyleLbl="node2" presStyleIdx="1" presStyleCnt="3">
        <dgm:presLayoutVars>
          <dgm:chPref val="3"/>
        </dgm:presLayoutVars>
      </dgm:prSet>
      <dgm:spPr/>
    </dgm:pt>
    <dgm:pt modelId="{3267C895-03C5-F24C-A557-BFD89E010304}" type="pres">
      <dgm:prSet presAssocID="{2ED29349-EA7E-4C88-B273-914A5EC31A61}" presName="rootConnector" presStyleLbl="node2" presStyleIdx="1" presStyleCnt="3"/>
      <dgm:spPr/>
    </dgm:pt>
    <dgm:pt modelId="{031C8961-0BDB-F44D-A1BA-A6689E0C1D0D}" type="pres">
      <dgm:prSet presAssocID="{2ED29349-EA7E-4C88-B273-914A5EC31A61}" presName="hierChild4" presStyleCnt="0"/>
      <dgm:spPr/>
    </dgm:pt>
    <dgm:pt modelId="{9AF12E92-257A-F34F-820C-8ED58A1DE96B}" type="pres">
      <dgm:prSet presAssocID="{2ED29349-EA7E-4C88-B273-914A5EC31A61}" presName="hierChild5" presStyleCnt="0"/>
      <dgm:spPr/>
    </dgm:pt>
    <dgm:pt modelId="{8C280C1B-C160-F941-8A49-D82C9EF90A07}" type="pres">
      <dgm:prSet presAssocID="{BB54E0AA-AEFA-4E40-9CBE-DEE424AEB67B}" presName="Name64" presStyleLbl="parChTrans1D2" presStyleIdx="2" presStyleCnt="3"/>
      <dgm:spPr/>
    </dgm:pt>
    <dgm:pt modelId="{9CC2BB6C-9C67-C048-A25B-2BB518BBBC5B}" type="pres">
      <dgm:prSet presAssocID="{92C3FC55-CB69-42E6-95A6-A210C37195BC}" presName="hierRoot2" presStyleCnt="0">
        <dgm:presLayoutVars>
          <dgm:hierBranch val="init"/>
        </dgm:presLayoutVars>
      </dgm:prSet>
      <dgm:spPr/>
    </dgm:pt>
    <dgm:pt modelId="{A1502493-04A8-7B4C-8986-D0DBBB12899F}" type="pres">
      <dgm:prSet presAssocID="{92C3FC55-CB69-42E6-95A6-A210C37195BC}" presName="rootComposite" presStyleCnt="0"/>
      <dgm:spPr/>
    </dgm:pt>
    <dgm:pt modelId="{998CE8E7-5406-7347-9246-C2531B61BE6D}" type="pres">
      <dgm:prSet presAssocID="{92C3FC55-CB69-42E6-95A6-A210C37195BC}" presName="rootText" presStyleLbl="node2" presStyleIdx="2" presStyleCnt="3">
        <dgm:presLayoutVars>
          <dgm:chPref val="3"/>
        </dgm:presLayoutVars>
      </dgm:prSet>
      <dgm:spPr/>
    </dgm:pt>
    <dgm:pt modelId="{34881E26-D9C8-3741-8A1F-F6E5FC0A0BE8}" type="pres">
      <dgm:prSet presAssocID="{92C3FC55-CB69-42E6-95A6-A210C37195BC}" presName="rootConnector" presStyleLbl="node2" presStyleIdx="2" presStyleCnt="3"/>
      <dgm:spPr/>
    </dgm:pt>
    <dgm:pt modelId="{132EE84D-78BC-404C-801E-8F33261D5599}" type="pres">
      <dgm:prSet presAssocID="{92C3FC55-CB69-42E6-95A6-A210C37195BC}" presName="hierChild4" presStyleCnt="0"/>
      <dgm:spPr/>
    </dgm:pt>
    <dgm:pt modelId="{73507230-9BC9-0A45-BC36-08AE7780D9FC}" type="pres">
      <dgm:prSet presAssocID="{92C3FC55-CB69-42E6-95A6-A210C37195BC}" presName="hierChild5" presStyleCnt="0"/>
      <dgm:spPr/>
    </dgm:pt>
    <dgm:pt modelId="{7F817193-14CC-9341-84B6-1811F2F8F024}" type="pres">
      <dgm:prSet presAssocID="{E45E875A-FC99-48F3-A190-05DEFCAE889E}" presName="hierChild3" presStyleCnt="0"/>
      <dgm:spPr/>
    </dgm:pt>
  </dgm:ptLst>
  <dgm:cxnLst>
    <dgm:cxn modelId="{4F0DDD0F-B585-C649-84E1-FC19986267C8}" type="presOf" srcId="{5DA8F0F9-B452-44E6-BDC6-88C12D388196}" destId="{D2A9723E-532E-7F4D-917C-6D73007F9E3D}" srcOrd="1" destOrd="0" presId="urn:microsoft.com/office/officeart/2009/3/layout/HorizontalOrganizationChart"/>
    <dgm:cxn modelId="{28C1C421-8CC9-2C41-81A4-8EFD371F667A}" type="presOf" srcId="{756AE7D3-7618-4864-B64B-798172739251}" destId="{0674987B-6580-E14C-89C7-A25D0974233A}" srcOrd="0" destOrd="0" presId="urn:microsoft.com/office/officeart/2009/3/layout/HorizontalOrganizationChart"/>
    <dgm:cxn modelId="{FEF12525-C2F0-4DC3-97CC-D139577EA172}" srcId="{6BFEA1BB-5508-4034-A2C9-34640FBA86CB}" destId="{756AE7D3-7618-4864-B64B-798172739251}" srcOrd="1" destOrd="0" parTransId="{178B80C5-2798-4975-99D2-179D6C7F7F24}" sibTransId="{8A2B4DAC-6845-4314-8B30-984527985162}"/>
    <dgm:cxn modelId="{3B50822F-9C54-EC43-BDDE-1A0774B0D5BF}" type="presOf" srcId="{756AE7D3-7618-4864-B64B-798172739251}" destId="{D12094F6-B791-6E4C-917F-A70CB68E7009}" srcOrd="1" destOrd="0" presId="urn:microsoft.com/office/officeart/2009/3/layout/HorizontalOrganizationChart"/>
    <dgm:cxn modelId="{48386831-AD39-44CB-AC34-CCB46F3CFFC9}" srcId="{E45E875A-FC99-48F3-A190-05DEFCAE889E}" destId="{5DA8F0F9-B452-44E6-BDC6-88C12D388196}" srcOrd="0" destOrd="0" parTransId="{160DAB9E-E42F-4B54-8993-8B7131BC8E2A}" sibTransId="{0BE0C923-2101-419E-9D23-A0F6F3B0A2DD}"/>
    <dgm:cxn modelId="{55CAA43A-9A00-2643-8175-B5427DD9F5D6}" type="presOf" srcId="{BB54E0AA-AEFA-4E40-9CBE-DEE424AEB67B}" destId="{8C280C1B-C160-F941-8A49-D82C9EF90A07}" srcOrd="0" destOrd="0" presId="urn:microsoft.com/office/officeart/2009/3/layout/HorizontalOrganizationChart"/>
    <dgm:cxn modelId="{08BD3E3C-8CDC-45A1-B20E-3F43B118F478}" srcId="{6BFEA1BB-5508-4034-A2C9-34640FBA86CB}" destId="{E45E875A-FC99-48F3-A190-05DEFCAE889E}" srcOrd="2" destOrd="0" parTransId="{F69220F4-45A1-4580-9641-A17697D0B21F}" sibTransId="{E7497E4C-2CA5-46EB-9C94-0DBCF87F0F6F}"/>
    <dgm:cxn modelId="{AF0DE03C-0FA6-BC4E-8A7C-DB8E39E304C3}" type="presOf" srcId="{92C3FC55-CB69-42E6-95A6-A210C37195BC}" destId="{998CE8E7-5406-7347-9246-C2531B61BE6D}" srcOrd="0" destOrd="0" presId="urn:microsoft.com/office/officeart/2009/3/layout/HorizontalOrganizationChart"/>
    <dgm:cxn modelId="{545CAB3E-06FB-7545-A49D-F6A38C8CD010}" type="presOf" srcId="{E45E875A-FC99-48F3-A190-05DEFCAE889E}" destId="{B826AE4D-6881-3542-A566-E508120F979B}" srcOrd="1" destOrd="0" presId="urn:microsoft.com/office/officeart/2009/3/layout/HorizontalOrganizationChart"/>
    <dgm:cxn modelId="{E89B8F3F-2251-4AE3-A8A4-56D5AB0BE7BA}" srcId="{E45E875A-FC99-48F3-A190-05DEFCAE889E}" destId="{2ED29349-EA7E-4C88-B273-914A5EC31A61}" srcOrd="1" destOrd="0" parTransId="{93B8D5C5-EC65-4E5E-8AFB-268FC6F6DB90}" sibTransId="{F7D49D59-7A63-4489-B264-2756C8EEBEF8}"/>
    <dgm:cxn modelId="{BE4C6944-10AE-4142-9137-C13F17426BF6}" type="presOf" srcId="{6BFEA1BB-5508-4034-A2C9-34640FBA86CB}" destId="{62DFF4FC-E034-BF48-B0E2-917B056876EF}" srcOrd="0" destOrd="0" presId="urn:microsoft.com/office/officeart/2009/3/layout/HorizontalOrganizationChart"/>
    <dgm:cxn modelId="{C5E53D50-DD93-BE43-AF77-70ACB4028043}" type="presOf" srcId="{92C3FC55-CB69-42E6-95A6-A210C37195BC}" destId="{34881E26-D9C8-3741-8A1F-F6E5FC0A0BE8}" srcOrd="1" destOrd="0" presId="urn:microsoft.com/office/officeart/2009/3/layout/HorizontalOrganizationChart"/>
    <dgm:cxn modelId="{2926BD57-EC28-BA40-8F62-72EF624A84C9}" type="presOf" srcId="{E45E875A-FC99-48F3-A190-05DEFCAE889E}" destId="{C506C574-BFC7-1A4A-AC8A-B07043391FE8}" srcOrd="0" destOrd="0" presId="urn:microsoft.com/office/officeart/2009/3/layout/HorizontalOrganizationChart"/>
    <dgm:cxn modelId="{402C877D-7DDB-5D44-B5CC-521C868D8479}" type="presOf" srcId="{160DAB9E-E42F-4B54-8993-8B7131BC8E2A}" destId="{D996C95B-94BA-B542-AFC8-9466CF2E21C6}" srcOrd="0" destOrd="0" presId="urn:microsoft.com/office/officeart/2009/3/layout/HorizontalOrganizationChart"/>
    <dgm:cxn modelId="{DB56897F-A2C6-E640-87DE-D656ACADF00D}" type="presOf" srcId="{E8D0AD2A-12C8-47B8-AFE1-F9730B47E362}" destId="{740DCAF9-3044-444F-959F-3DEBF9B54A09}" srcOrd="1" destOrd="0" presId="urn:microsoft.com/office/officeart/2009/3/layout/HorizontalOrganizationChart"/>
    <dgm:cxn modelId="{53ACB082-E5D0-394B-B7DE-C28C72A02600}" type="presOf" srcId="{93B8D5C5-EC65-4E5E-8AFB-268FC6F6DB90}" destId="{BF141F0B-3BE4-444B-9A2C-4BA690EC7B79}" srcOrd="0" destOrd="0" presId="urn:microsoft.com/office/officeart/2009/3/layout/HorizontalOrganizationChart"/>
    <dgm:cxn modelId="{BF0AA185-6575-C54E-B7B3-196CBF150EC9}" type="presOf" srcId="{5DA8F0F9-B452-44E6-BDC6-88C12D388196}" destId="{91760D4B-5B1A-1344-BB41-2360452FA6DB}" srcOrd="0" destOrd="0" presId="urn:microsoft.com/office/officeart/2009/3/layout/HorizontalOrganizationChart"/>
    <dgm:cxn modelId="{033EDF85-DFDA-4802-B287-F5CD1FD998BE}" srcId="{6BFEA1BB-5508-4034-A2C9-34640FBA86CB}" destId="{E8D0AD2A-12C8-47B8-AFE1-F9730B47E362}" srcOrd="0" destOrd="0" parTransId="{29095E50-96D7-4864-9DD8-BDFF03D69898}" sibTransId="{00B6F0A7-A432-46EF-9427-490FBBF2346D}"/>
    <dgm:cxn modelId="{0B02B98C-F180-456E-869A-C0150934BE92}" srcId="{E45E875A-FC99-48F3-A190-05DEFCAE889E}" destId="{92C3FC55-CB69-42E6-95A6-A210C37195BC}" srcOrd="2" destOrd="0" parTransId="{BB54E0AA-AEFA-4E40-9CBE-DEE424AEB67B}" sibTransId="{CB502313-B381-42B2-B46D-7CC674FDAFEA}"/>
    <dgm:cxn modelId="{CEA1239A-BA56-D148-B731-DE12B30B7BCE}" type="presOf" srcId="{E8D0AD2A-12C8-47B8-AFE1-F9730B47E362}" destId="{26745928-2C88-DC42-87D6-5F0ECC70858A}" srcOrd="0" destOrd="0" presId="urn:microsoft.com/office/officeart/2009/3/layout/HorizontalOrganizationChart"/>
    <dgm:cxn modelId="{F1561CAE-ED4B-BD44-8D11-8CE1BCDB2636}" type="presOf" srcId="{2ED29349-EA7E-4C88-B273-914A5EC31A61}" destId="{268A7E0D-E8FB-FC4A-98B0-B9948A95EDEC}" srcOrd="0" destOrd="0" presId="urn:microsoft.com/office/officeart/2009/3/layout/HorizontalOrganizationChart"/>
    <dgm:cxn modelId="{A3AD38E9-C414-DC4E-82B0-8B7045B50E9F}" type="presOf" srcId="{2ED29349-EA7E-4C88-B273-914A5EC31A61}" destId="{3267C895-03C5-F24C-A557-BFD89E010304}" srcOrd="1" destOrd="0" presId="urn:microsoft.com/office/officeart/2009/3/layout/HorizontalOrganizationChart"/>
    <dgm:cxn modelId="{34306D23-CFD2-7B4F-B560-C97EDA60E223}" type="presParOf" srcId="{62DFF4FC-E034-BF48-B0E2-917B056876EF}" destId="{2DFBD374-4A8F-F940-AFE4-8C0A84200BBF}" srcOrd="0" destOrd="0" presId="urn:microsoft.com/office/officeart/2009/3/layout/HorizontalOrganizationChart"/>
    <dgm:cxn modelId="{8EC217EF-9CC6-5442-BD6A-A5CAD1508F25}" type="presParOf" srcId="{2DFBD374-4A8F-F940-AFE4-8C0A84200BBF}" destId="{6CB7B452-DC78-A043-8FF1-3178E0F49981}" srcOrd="0" destOrd="0" presId="urn:microsoft.com/office/officeart/2009/3/layout/HorizontalOrganizationChart"/>
    <dgm:cxn modelId="{5051D0DC-85F8-C644-AFD1-64267D49B2FF}" type="presParOf" srcId="{6CB7B452-DC78-A043-8FF1-3178E0F49981}" destId="{26745928-2C88-DC42-87D6-5F0ECC70858A}" srcOrd="0" destOrd="0" presId="urn:microsoft.com/office/officeart/2009/3/layout/HorizontalOrganizationChart"/>
    <dgm:cxn modelId="{96E20EC6-7D19-B245-80C0-827C316800E5}" type="presParOf" srcId="{6CB7B452-DC78-A043-8FF1-3178E0F49981}" destId="{740DCAF9-3044-444F-959F-3DEBF9B54A09}" srcOrd="1" destOrd="0" presId="urn:microsoft.com/office/officeart/2009/3/layout/HorizontalOrganizationChart"/>
    <dgm:cxn modelId="{485321FD-3D8B-2D4E-9E9D-998CEFD70A0D}" type="presParOf" srcId="{2DFBD374-4A8F-F940-AFE4-8C0A84200BBF}" destId="{E716212B-E152-9940-914A-905B31765E9D}" srcOrd="1" destOrd="0" presId="urn:microsoft.com/office/officeart/2009/3/layout/HorizontalOrganizationChart"/>
    <dgm:cxn modelId="{FD3C5520-2009-5149-A909-1ED8E636E4E4}" type="presParOf" srcId="{2DFBD374-4A8F-F940-AFE4-8C0A84200BBF}" destId="{FAB0F9AB-9930-9D40-9654-7ADDD7749544}" srcOrd="2" destOrd="0" presId="urn:microsoft.com/office/officeart/2009/3/layout/HorizontalOrganizationChart"/>
    <dgm:cxn modelId="{BF0C69D2-552E-B34C-8990-871C295C3BF0}" type="presParOf" srcId="{62DFF4FC-E034-BF48-B0E2-917B056876EF}" destId="{E4DBC1C8-0D0C-7A4F-8FBB-7274F7784840}" srcOrd="1" destOrd="0" presId="urn:microsoft.com/office/officeart/2009/3/layout/HorizontalOrganizationChart"/>
    <dgm:cxn modelId="{1B78D88F-5493-BD4F-8114-195FA206238B}" type="presParOf" srcId="{E4DBC1C8-0D0C-7A4F-8FBB-7274F7784840}" destId="{2BA6C56F-D1F2-7C45-9FDA-12D45567C1F0}" srcOrd="0" destOrd="0" presId="urn:microsoft.com/office/officeart/2009/3/layout/HorizontalOrganizationChart"/>
    <dgm:cxn modelId="{113EF747-C524-6145-B0D8-88BE70140D66}" type="presParOf" srcId="{2BA6C56F-D1F2-7C45-9FDA-12D45567C1F0}" destId="{0674987B-6580-E14C-89C7-A25D0974233A}" srcOrd="0" destOrd="0" presId="urn:microsoft.com/office/officeart/2009/3/layout/HorizontalOrganizationChart"/>
    <dgm:cxn modelId="{06A662AC-0C66-0449-9271-88B544FF2B5D}" type="presParOf" srcId="{2BA6C56F-D1F2-7C45-9FDA-12D45567C1F0}" destId="{D12094F6-B791-6E4C-917F-A70CB68E7009}" srcOrd="1" destOrd="0" presId="urn:microsoft.com/office/officeart/2009/3/layout/HorizontalOrganizationChart"/>
    <dgm:cxn modelId="{B48E7D08-077E-9348-80A6-20B35045560E}" type="presParOf" srcId="{E4DBC1C8-0D0C-7A4F-8FBB-7274F7784840}" destId="{75D85803-1B11-2F42-B05C-3C638B36C8AA}" srcOrd="1" destOrd="0" presId="urn:microsoft.com/office/officeart/2009/3/layout/HorizontalOrganizationChart"/>
    <dgm:cxn modelId="{7F4687A0-BEB4-2445-9B8B-7D77BDEED4D2}" type="presParOf" srcId="{E4DBC1C8-0D0C-7A4F-8FBB-7274F7784840}" destId="{71703BED-DF75-F145-BE5D-DA45A1B77733}" srcOrd="2" destOrd="0" presId="urn:microsoft.com/office/officeart/2009/3/layout/HorizontalOrganizationChart"/>
    <dgm:cxn modelId="{9180BB1F-380F-C84B-A34D-F68B598DF800}" type="presParOf" srcId="{62DFF4FC-E034-BF48-B0E2-917B056876EF}" destId="{F31A0399-3D0B-0442-A83C-60DA66B12CCF}" srcOrd="2" destOrd="0" presId="urn:microsoft.com/office/officeart/2009/3/layout/HorizontalOrganizationChart"/>
    <dgm:cxn modelId="{6E7B5A39-2124-3245-B71E-12E7002DDD73}" type="presParOf" srcId="{F31A0399-3D0B-0442-A83C-60DA66B12CCF}" destId="{3D207AA9-0AC4-414D-AD67-EB07FBDB1294}" srcOrd="0" destOrd="0" presId="urn:microsoft.com/office/officeart/2009/3/layout/HorizontalOrganizationChart"/>
    <dgm:cxn modelId="{1FC02981-F765-0A42-9081-7FC46C74E499}" type="presParOf" srcId="{3D207AA9-0AC4-414D-AD67-EB07FBDB1294}" destId="{C506C574-BFC7-1A4A-AC8A-B07043391FE8}" srcOrd="0" destOrd="0" presId="urn:microsoft.com/office/officeart/2009/3/layout/HorizontalOrganizationChart"/>
    <dgm:cxn modelId="{E68E75E0-BB32-D540-B08F-F09C9898E067}" type="presParOf" srcId="{3D207AA9-0AC4-414D-AD67-EB07FBDB1294}" destId="{B826AE4D-6881-3542-A566-E508120F979B}" srcOrd="1" destOrd="0" presId="urn:microsoft.com/office/officeart/2009/3/layout/HorizontalOrganizationChart"/>
    <dgm:cxn modelId="{9D5C7816-632C-A743-AE97-0A41966C8DC8}" type="presParOf" srcId="{F31A0399-3D0B-0442-A83C-60DA66B12CCF}" destId="{D0C05C8A-8A35-D14C-BBDE-2BF9EEE6463B}" srcOrd="1" destOrd="0" presId="urn:microsoft.com/office/officeart/2009/3/layout/HorizontalOrganizationChart"/>
    <dgm:cxn modelId="{B9A9C2E7-5181-914C-9513-B983EE78FD1C}" type="presParOf" srcId="{D0C05C8A-8A35-D14C-BBDE-2BF9EEE6463B}" destId="{D996C95B-94BA-B542-AFC8-9466CF2E21C6}" srcOrd="0" destOrd="0" presId="urn:microsoft.com/office/officeart/2009/3/layout/HorizontalOrganizationChart"/>
    <dgm:cxn modelId="{829E3F1F-8106-194C-B58B-430547AE20D6}" type="presParOf" srcId="{D0C05C8A-8A35-D14C-BBDE-2BF9EEE6463B}" destId="{0D04D8DC-EC16-4947-BEC4-1E8753FFC5C3}" srcOrd="1" destOrd="0" presId="urn:microsoft.com/office/officeart/2009/3/layout/HorizontalOrganizationChart"/>
    <dgm:cxn modelId="{F571BCF3-2F4E-BA4E-B1A6-D0E4709475A0}" type="presParOf" srcId="{0D04D8DC-EC16-4947-BEC4-1E8753FFC5C3}" destId="{A26EC905-1B18-D24E-9CEA-7D2EAFB0FC83}" srcOrd="0" destOrd="0" presId="urn:microsoft.com/office/officeart/2009/3/layout/HorizontalOrganizationChart"/>
    <dgm:cxn modelId="{89F29138-4284-D643-BE25-E2924DC6722F}" type="presParOf" srcId="{A26EC905-1B18-D24E-9CEA-7D2EAFB0FC83}" destId="{91760D4B-5B1A-1344-BB41-2360452FA6DB}" srcOrd="0" destOrd="0" presId="urn:microsoft.com/office/officeart/2009/3/layout/HorizontalOrganizationChart"/>
    <dgm:cxn modelId="{474E6FD3-3715-0841-ADA7-ECB0FA2A3566}" type="presParOf" srcId="{A26EC905-1B18-D24E-9CEA-7D2EAFB0FC83}" destId="{D2A9723E-532E-7F4D-917C-6D73007F9E3D}" srcOrd="1" destOrd="0" presId="urn:microsoft.com/office/officeart/2009/3/layout/HorizontalOrganizationChart"/>
    <dgm:cxn modelId="{B1E565DD-22F2-EB43-A93F-F789E6DE214C}" type="presParOf" srcId="{0D04D8DC-EC16-4947-BEC4-1E8753FFC5C3}" destId="{40E67690-EAC2-F847-80AB-F5113A7CF986}" srcOrd="1" destOrd="0" presId="urn:microsoft.com/office/officeart/2009/3/layout/HorizontalOrganizationChart"/>
    <dgm:cxn modelId="{BA4A2DF3-C41A-054B-897F-FF45A4E0A3FA}" type="presParOf" srcId="{0D04D8DC-EC16-4947-BEC4-1E8753FFC5C3}" destId="{28DE0AA9-9E30-954B-8056-BBA4EFF03C6F}" srcOrd="2" destOrd="0" presId="urn:microsoft.com/office/officeart/2009/3/layout/HorizontalOrganizationChart"/>
    <dgm:cxn modelId="{0B2C51A3-2B58-3C41-9C36-1D18D86B4327}" type="presParOf" srcId="{D0C05C8A-8A35-D14C-BBDE-2BF9EEE6463B}" destId="{BF141F0B-3BE4-444B-9A2C-4BA690EC7B79}" srcOrd="2" destOrd="0" presId="urn:microsoft.com/office/officeart/2009/3/layout/HorizontalOrganizationChart"/>
    <dgm:cxn modelId="{8A9C4503-866F-C547-844E-B8B0FEBE091A}" type="presParOf" srcId="{D0C05C8A-8A35-D14C-BBDE-2BF9EEE6463B}" destId="{387D41D3-27C9-934F-9D23-C1804039D82A}" srcOrd="3" destOrd="0" presId="urn:microsoft.com/office/officeart/2009/3/layout/HorizontalOrganizationChart"/>
    <dgm:cxn modelId="{5C7C7518-A50A-F24D-90E1-4CCEB0BFC8EE}" type="presParOf" srcId="{387D41D3-27C9-934F-9D23-C1804039D82A}" destId="{F39C3527-0B49-524A-854F-B1FC250C2C85}" srcOrd="0" destOrd="0" presId="urn:microsoft.com/office/officeart/2009/3/layout/HorizontalOrganizationChart"/>
    <dgm:cxn modelId="{22317923-B274-F54A-A1B8-9AA279153417}" type="presParOf" srcId="{F39C3527-0B49-524A-854F-B1FC250C2C85}" destId="{268A7E0D-E8FB-FC4A-98B0-B9948A95EDEC}" srcOrd="0" destOrd="0" presId="urn:microsoft.com/office/officeart/2009/3/layout/HorizontalOrganizationChart"/>
    <dgm:cxn modelId="{B8F951E2-59EE-C743-ACCA-0CC5A44692FF}" type="presParOf" srcId="{F39C3527-0B49-524A-854F-B1FC250C2C85}" destId="{3267C895-03C5-F24C-A557-BFD89E010304}" srcOrd="1" destOrd="0" presId="urn:microsoft.com/office/officeart/2009/3/layout/HorizontalOrganizationChart"/>
    <dgm:cxn modelId="{16689D9B-04BB-7D4C-8BAB-7185EC043ECD}" type="presParOf" srcId="{387D41D3-27C9-934F-9D23-C1804039D82A}" destId="{031C8961-0BDB-F44D-A1BA-A6689E0C1D0D}" srcOrd="1" destOrd="0" presId="urn:microsoft.com/office/officeart/2009/3/layout/HorizontalOrganizationChart"/>
    <dgm:cxn modelId="{601BEFBE-9D3E-C64C-8428-BD69BB9D8AE5}" type="presParOf" srcId="{387D41D3-27C9-934F-9D23-C1804039D82A}" destId="{9AF12E92-257A-F34F-820C-8ED58A1DE96B}" srcOrd="2" destOrd="0" presId="urn:microsoft.com/office/officeart/2009/3/layout/HorizontalOrganizationChart"/>
    <dgm:cxn modelId="{1C641CCB-081D-F74E-A7BE-3A1F44F70084}" type="presParOf" srcId="{D0C05C8A-8A35-D14C-BBDE-2BF9EEE6463B}" destId="{8C280C1B-C160-F941-8A49-D82C9EF90A07}" srcOrd="4" destOrd="0" presId="urn:microsoft.com/office/officeart/2009/3/layout/HorizontalOrganizationChart"/>
    <dgm:cxn modelId="{C69854FE-A412-7D44-9162-4DBEB297853E}" type="presParOf" srcId="{D0C05C8A-8A35-D14C-BBDE-2BF9EEE6463B}" destId="{9CC2BB6C-9C67-C048-A25B-2BB518BBBC5B}" srcOrd="5" destOrd="0" presId="urn:microsoft.com/office/officeart/2009/3/layout/HorizontalOrganizationChart"/>
    <dgm:cxn modelId="{9B03978A-A26D-634C-999B-5EAA2DF253A5}" type="presParOf" srcId="{9CC2BB6C-9C67-C048-A25B-2BB518BBBC5B}" destId="{A1502493-04A8-7B4C-8986-D0DBBB12899F}" srcOrd="0" destOrd="0" presId="urn:microsoft.com/office/officeart/2009/3/layout/HorizontalOrganizationChart"/>
    <dgm:cxn modelId="{63C9C530-A76A-7B45-990F-F2BACF4CD5B4}" type="presParOf" srcId="{A1502493-04A8-7B4C-8986-D0DBBB12899F}" destId="{998CE8E7-5406-7347-9246-C2531B61BE6D}" srcOrd="0" destOrd="0" presId="urn:microsoft.com/office/officeart/2009/3/layout/HorizontalOrganizationChart"/>
    <dgm:cxn modelId="{26199BC0-3B4D-3347-BA81-0DC09E80F370}" type="presParOf" srcId="{A1502493-04A8-7B4C-8986-D0DBBB12899F}" destId="{34881E26-D9C8-3741-8A1F-F6E5FC0A0BE8}" srcOrd="1" destOrd="0" presId="urn:microsoft.com/office/officeart/2009/3/layout/HorizontalOrganizationChart"/>
    <dgm:cxn modelId="{A5BD8CBC-86FA-3544-B566-B1E35388AA27}" type="presParOf" srcId="{9CC2BB6C-9C67-C048-A25B-2BB518BBBC5B}" destId="{132EE84D-78BC-404C-801E-8F33261D5599}" srcOrd="1" destOrd="0" presId="urn:microsoft.com/office/officeart/2009/3/layout/HorizontalOrganizationChart"/>
    <dgm:cxn modelId="{3E73701C-5FD2-A347-AAD3-21A4166951B7}" type="presParOf" srcId="{9CC2BB6C-9C67-C048-A25B-2BB518BBBC5B}" destId="{73507230-9BC9-0A45-BC36-08AE7780D9FC}" srcOrd="2" destOrd="0" presId="urn:microsoft.com/office/officeart/2009/3/layout/HorizontalOrganizationChart"/>
    <dgm:cxn modelId="{B6AECE01-71AE-CD43-9529-0DE985331704}" type="presParOf" srcId="{F31A0399-3D0B-0442-A83C-60DA66B12CCF}" destId="{7F817193-14CC-9341-84B6-1811F2F8F024}"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40CEA95-FD1D-47FB-9FDE-E19BB81116F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AD05C41-F992-4254-A71F-E2539B314C99}">
      <dgm:prSet/>
      <dgm:spPr/>
      <dgm:t>
        <a:bodyPr/>
        <a:lstStyle/>
        <a:p>
          <a:r>
            <a:rPr lang="en-US"/>
            <a:t>Scraped data becomes reference material for the chatbot.</a:t>
          </a:r>
        </a:p>
      </dgm:t>
    </dgm:pt>
    <dgm:pt modelId="{7073B362-3CB4-4101-8822-E075ED716233}" type="parTrans" cxnId="{BD36FFF0-2930-4155-82F8-B6407894294D}">
      <dgm:prSet/>
      <dgm:spPr/>
      <dgm:t>
        <a:bodyPr/>
        <a:lstStyle/>
        <a:p>
          <a:endParaRPr lang="en-US"/>
        </a:p>
      </dgm:t>
    </dgm:pt>
    <dgm:pt modelId="{E8706319-EF83-4D26-95A3-3AD3911A75DB}" type="sibTrans" cxnId="{BD36FFF0-2930-4155-82F8-B6407894294D}">
      <dgm:prSet/>
      <dgm:spPr/>
      <dgm:t>
        <a:bodyPr/>
        <a:lstStyle/>
        <a:p>
          <a:endParaRPr lang="en-US"/>
        </a:p>
      </dgm:t>
    </dgm:pt>
    <dgm:pt modelId="{563445A5-CAD2-4EE2-A975-697F4D9846C6}">
      <dgm:prSet/>
      <dgm:spPr/>
      <dgm:t>
        <a:bodyPr/>
        <a:lstStyle/>
        <a:p>
          <a:r>
            <a:rPr lang="en-US"/>
            <a:t>Data is pre-processed and injected directly into the prompt.</a:t>
          </a:r>
        </a:p>
      </dgm:t>
    </dgm:pt>
    <dgm:pt modelId="{07638F3F-8EA0-4F5A-864C-28591EAA327B}" type="parTrans" cxnId="{09D1B1E9-2DD6-47CE-AB0A-27C22FFCD600}">
      <dgm:prSet/>
      <dgm:spPr/>
      <dgm:t>
        <a:bodyPr/>
        <a:lstStyle/>
        <a:p>
          <a:endParaRPr lang="en-US"/>
        </a:p>
      </dgm:t>
    </dgm:pt>
    <dgm:pt modelId="{A4021F0B-714D-4BFD-9C32-7020E695CA25}" type="sibTrans" cxnId="{09D1B1E9-2DD6-47CE-AB0A-27C22FFCD600}">
      <dgm:prSet/>
      <dgm:spPr/>
      <dgm:t>
        <a:bodyPr/>
        <a:lstStyle/>
        <a:p>
          <a:endParaRPr lang="en-US"/>
        </a:p>
      </dgm:t>
    </dgm:pt>
    <dgm:pt modelId="{E0B9047A-4B73-49FF-B66D-0DEF375635AF}">
      <dgm:prSet/>
      <dgm:spPr/>
      <dgm:t>
        <a:bodyPr/>
        <a:lstStyle/>
        <a:p>
          <a:r>
            <a:rPr lang="en-US"/>
            <a:t>Model reads system instructions, context, and user question.</a:t>
          </a:r>
        </a:p>
      </dgm:t>
    </dgm:pt>
    <dgm:pt modelId="{F08B1C0C-A643-45D4-8986-2942DDF24761}" type="parTrans" cxnId="{62FC2A88-8940-4D56-82E2-5C00FF0CABBF}">
      <dgm:prSet/>
      <dgm:spPr/>
      <dgm:t>
        <a:bodyPr/>
        <a:lstStyle/>
        <a:p>
          <a:endParaRPr lang="en-US"/>
        </a:p>
      </dgm:t>
    </dgm:pt>
    <dgm:pt modelId="{1B0E01D0-ECC5-4F66-A34D-93EA446B3233}" type="sibTrans" cxnId="{62FC2A88-8940-4D56-82E2-5C00FF0CABBF}">
      <dgm:prSet/>
      <dgm:spPr/>
      <dgm:t>
        <a:bodyPr/>
        <a:lstStyle/>
        <a:p>
          <a:endParaRPr lang="en-US"/>
        </a:p>
      </dgm:t>
    </dgm:pt>
    <dgm:pt modelId="{C11B1748-40DD-4BC5-9480-FFD062D2185B}">
      <dgm:prSet/>
      <dgm:spPr/>
      <dgm:t>
        <a:bodyPr/>
        <a:lstStyle/>
        <a:p>
          <a:r>
            <a:rPr lang="en-US"/>
            <a:t>This approach is known as context injection.</a:t>
          </a:r>
        </a:p>
      </dgm:t>
    </dgm:pt>
    <dgm:pt modelId="{449EC330-6978-4348-AA8E-7079A6793225}" type="parTrans" cxnId="{87BCA8EE-3C8F-45AD-95C4-1B3DADF2A703}">
      <dgm:prSet/>
      <dgm:spPr/>
      <dgm:t>
        <a:bodyPr/>
        <a:lstStyle/>
        <a:p>
          <a:endParaRPr lang="en-US"/>
        </a:p>
      </dgm:t>
    </dgm:pt>
    <dgm:pt modelId="{A9E6A2C4-7D9A-4C6E-ABF8-C1F07D1EAEC3}" type="sibTrans" cxnId="{87BCA8EE-3C8F-45AD-95C4-1B3DADF2A703}">
      <dgm:prSet/>
      <dgm:spPr/>
      <dgm:t>
        <a:bodyPr/>
        <a:lstStyle/>
        <a:p>
          <a:endParaRPr lang="en-US"/>
        </a:p>
      </dgm:t>
    </dgm:pt>
    <dgm:pt modelId="{BB26108A-35D8-4868-9C52-7205EF4BCCB3}" type="pres">
      <dgm:prSet presAssocID="{F40CEA95-FD1D-47FB-9FDE-E19BB81116F5}" presName="root" presStyleCnt="0">
        <dgm:presLayoutVars>
          <dgm:dir/>
          <dgm:resizeHandles val="exact"/>
        </dgm:presLayoutVars>
      </dgm:prSet>
      <dgm:spPr/>
    </dgm:pt>
    <dgm:pt modelId="{F2E9B39B-E53A-4BC8-AA4C-D3CD1F14D25B}" type="pres">
      <dgm:prSet presAssocID="{FAD05C41-F992-4254-A71F-E2539B314C99}" presName="compNode" presStyleCnt="0"/>
      <dgm:spPr/>
    </dgm:pt>
    <dgm:pt modelId="{46E1621B-B3FC-4592-B2AC-9CA977DE956F}" type="pres">
      <dgm:prSet presAssocID="{FAD05C41-F992-4254-A71F-E2539B314C99}" presName="bgRect" presStyleLbl="bgShp" presStyleIdx="0" presStyleCnt="4"/>
      <dgm:spPr/>
    </dgm:pt>
    <dgm:pt modelId="{82835EB2-1564-4114-A2BE-48B370A0A2FC}" type="pres">
      <dgm:prSet presAssocID="{FAD05C41-F992-4254-A71F-E2539B314C9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per"/>
        </a:ext>
      </dgm:extLst>
    </dgm:pt>
    <dgm:pt modelId="{EBC6FF73-6E30-4395-9AF1-3A241EF83ECB}" type="pres">
      <dgm:prSet presAssocID="{FAD05C41-F992-4254-A71F-E2539B314C99}" presName="spaceRect" presStyleCnt="0"/>
      <dgm:spPr/>
    </dgm:pt>
    <dgm:pt modelId="{710550FB-A923-4FBC-9B94-20F5EF2D2108}" type="pres">
      <dgm:prSet presAssocID="{FAD05C41-F992-4254-A71F-E2539B314C99}" presName="parTx" presStyleLbl="revTx" presStyleIdx="0" presStyleCnt="4">
        <dgm:presLayoutVars>
          <dgm:chMax val="0"/>
          <dgm:chPref val="0"/>
        </dgm:presLayoutVars>
      </dgm:prSet>
      <dgm:spPr/>
    </dgm:pt>
    <dgm:pt modelId="{4919EF20-5D79-4D60-B4F6-E6BB6A9078BD}" type="pres">
      <dgm:prSet presAssocID="{E8706319-EF83-4D26-95A3-3AD3911A75DB}" presName="sibTrans" presStyleCnt="0"/>
      <dgm:spPr/>
    </dgm:pt>
    <dgm:pt modelId="{90CFB086-F0BA-4EC7-8B1C-2939043A458B}" type="pres">
      <dgm:prSet presAssocID="{563445A5-CAD2-4EE2-A975-697F4D9846C6}" presName="compNode" presStyleCnt="0"/>
      <dgm:spPr/>
    </dgm:pt>
    <dgm:pt modelId="{AAFAEBF1-511E-4B62-99FC-675FC66A3898}" type="pres">
      <dgm:prSet presAssocID="{563445A5-CAD2-4EE2-A975-697F4D9846C6}" presName="bgRect" presStyleLbl="bgShp" presStyleIdx="1" presStyleCnt="4"/>
      <dgm:spPr/>
    </dgm:pt>
    <dgm:pt modelId="{224F5EB2-8B79-4832-8E3A-AEAB3A4C2087}" type="pres">
      <dgm:prSet presAssocID="{563445A5-CAD2-4EE2-A975-697F4D9846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4BEF84D8-3743-457F-8A6F-51518ACBF553}" type="pres">
      <dgm:prSet presAssocID="{563445A5-CAD2-4EE2-A975-697F4D9846C6}" presName="spaceRect" presStyleCnt="0"/>
      <dgm:spPr/>
    </dgm:pt>
    <dgm:pt modelId="{446D17A7-CA4D-4927-BC30-77A882E188BB}" type="pres">
      <dgm:prSet presAssocID="{563445A5-CAD2-4EE2-A975-697F4D9846C6}" presName="parTx" presStyleLbl="revTx" presStyleIdx="1" presStyleCnt="4">
        <dgm:presLayoutVars>
          <dgm:chMax val="0"/>
          <dgm:chPref val="0"/>
        </dgm:presLayoutVars>
      </dgm:prSet>
      <dgm:spPr/>
    </dgm:pt>
    <dgm:pt modelId="{5F592B05-5E69-4949-B94A-590636030A5D}" type="pres">
      <dgm:prSet presAssocID="{A4021F0B-714D-4BFD-9C32-7020E695CA25}" presName="sibTrans" presStyleCnt="0"/>
      <dgm:spPr/>
    </dgm:pt>
    <dgm:pt modelId="{51ED690C-51E4-4B35-8977-F57069D27234}" type="pres">
      <dgm:prSet presAssocID="{E0B9047A-4B73-49FF-B66D-0DEF375635AF}" presName="compNode" presStyleCnt="0"/>
      <dgm:spPr/>
    </dgm:pt>
    <dgm:pt modelId="{04A23FE4-697A-4AB4-9E89-EBA48671ED0A}" type="pres">
      <dgm:prSet presAssocID="{E0B9047A-4B73-49FF-B66D-0DEF375635AF}" presName="bgRect" presStyleLbl="bgShp" presStyleIdx="2" presStyleCnt="4"/>
      <dgm:spPr/>
    </dgm:pt>
    <dgm:pt modelId="{C79E4FBD-B98B-4FF1-96F4-C64887852C00}" type="pres">
      <dgm:prSet presAssocID="{E0B9047A-4B73-49FF-B66D-0DEF375635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114B214C-E3E5-4EBD-93B4-700520374BB7}" type="pres">
      <dgm:prSet presAssocID="{E0B9047A-4B73-49FF-B66D-0DEF375635AF}" presName="spaceRect" presStyleCnt="0"/>
      <dgm:spPr/>
    </dgm:pt>
    <dgm:pt modelId="{62CF7F98-1A08-40A8-8528-08268A12971A}" type="pres">
      <dgm:prSet presAssocID="{E0B9047A-4B73-49FF-B66D-0DEF375635AF}" presName="parTx" presStyleLbl="revTx" presStyleIdx="2" presStyleCnt="4">
        <dgm:presLayoutVars>
          <dgm:chMax val="0"/>
          <dgm:chPref val="0"/>
        </dgm:presLayoutVars>
      </dgm:prSet>
      <dgm:spPr/>
    </dgm:pt>
    <dgm:pt modelId="{66735C78-2E97-4A3E-9C86-239BA3B3AF35}" type="pres">
      <dgm:prSet presAssocID="{1B0E01D0-ECC5-4F66-A34D-93EA446B3233}" presName="sibTrans" presStyleCnt="0"/>
      <dgm:spPr/>
    </dgm:pt>
    <dgm:pt modelId="{96D5F4C0-4DE6-4DF1-9A3E-EA52C4363FA1}" type="pres">
      <dgm:prSet presAssocID="{C11B1748-40DD-4BC5-9480-FFD062D2185B}" presName="compNode" presStyleCnt="0"/>
      <dgm:spPr/>
    </dgm:pt>
    <dgm:pt modelId="{6926F42A-861E-4E18-BB16-7AA2A2242602}" type="pres">
      <dgm:prSet presAssocID="{C11B1748-40DD-4BC5-9480-FFD062D2185B}" presName="bgRect" presStyleLbl="bgShp" presStyleIdx="3" presStyleCnt="4"/>
      <dgm:spPr/>
    </dgm:pt>
    <dgm:pt modelId="{3CC4EFB5-8B94-4B43-B6CD-51CFC131624B}" type="pres">
      <dgm:prSet presAssocID="{C11B1748-40DD-4BC5-9480-FFD062D2185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edle"/>
        </a:ext>
      </dgm:extLst>
    </dgm:pt>
    <dgm:pt modelId="{B5777772-10DE-4593-9CF2-7F718C93DB10}" type="pres">
      <dgm:prSet presAssocID="{C11B1748-40DD-4BC5-9480-FFD062D2185B}" presName="spaceRect" presStyleCnt="0"/>
      <dgm:spPr/>
    </dgm:pt>
    <dgm:pt modelId="{E043A6EE-B190-4673-9F5D-01E242F61027}" type="pres">
      <dgm:prSet presAssocID="{C11B1748-40DD-4BC5-9480-FFD062D2185B}" presName="parTx" presStyleLbl="revTx" presStyleIdx="3" presStyleCnt="4">
        <dgm:presLayoutVars>
          <dgm:chMax val="0"/>
          <dgm:chPref val="0"/>
        </dgm:presLayoutVars>
      </dgm:prSet>
      <dgm:spPr/>
    </dgm:pt>
  </dgm:ptLst>
  <dgm:cxnLst>
    <dgm:cxn modelId="{775A6B24-6E49-4B9A-B3AC-2DF87C89C338}" type="presOf" srcId="{C11B1748-40DD-4BC5-9480-FFD062D2185B}" destId="{E043A6EE-B190-4673-9F5D-01E242F61027}" srcOrd="0" destOrd="0" presId="urn:microsoft.com/office/officeart/2018/2/layout/IconVerticalSolidList"/>
    <dgm:cxn modelId="{7CCC6925-E97E-4433-801A-63FC58A40E50}" type="presOf" srcId="{563445A5-CAD2-4EE2-A975-697F4D9846C6}" destId="{446D17A7-CA4D-4927-BC30-77A882E188BB}" srcOrd="0" destOrd="0" presId="urn:microsoft.com/office/officeart/2018/2/layout/IconVerticalSolidList"/>
    <dgm:cxn modelId="{9E036427-05C3-41D2-AD71-31AD5E2A45BC}" type="presOf" srcId="{FAD05C41-F992-4254-A71F-E2539B314C99}" destId="{710550FB-A923-4FBC-9B94-20F5EF2D2108}" srcOrd="0" destOrd="0" presId="urn:microsoft.com/office/officeart/2018/2/layout/IconVerticalSolidList"/>
    <dgm:cxn modelId="{481D4338-A31B-41FC-AE98-1601B4B681DC}" type="presOf" srcId="{F40CEA95-FD1D-47FB-9FDE-E19BB81116F5}" destId="{BB26108A-35D8-4868-9C52-7205EF4BCCB3}" srcOrd="0" destOrd="0" presId="urn:microsoft.com/office/officeart/2018/2/layout/IconVerticalSolidList"/>
    <dgm:cxn modelId="{62FC2A88-8940-4D56-82E2-5C00FF0CABBF}" srcId="{F40CEA95-FD1D-47FB-9FDE-E19BB81116F5}" destId="{E0B9047A-4B73-49FF-B66D-0DEF375635AF}" srcOrd="2" destOrd="0" parTransId="{F08B1C0C-A643-45D4-8986-2942DDF24761}" sibTransId="{1B0E01D0-ECC5-4F66-A34D-93EA446B3233}"/>
    <dgm:cxn modelId="{348B64A5-12D4-470C-BF64-7D34D2A27BA7}" type="presOf" srcId="{E0B9047A-4B73-49FF-B66D-0DEF375635AF}" destId="{62CF7F98-1A08-40A8-8528-08268A12971A}" srcOrd="0" destOrd="0" presId="urn:microsoft.com/office/officeart/2018/2/layout/IconVerticalSolidList"/>
    <dgm:cxn modelId="{09D1B1E9-2DD6-47CE-AB0A-27C22FFCD600}" srcId="{F40CEA95-FD1D-47FB-9FDE-E19BB81116F5}" destId="{563445A5-CAD2-4EE2-A975-697F4D9846C6}" srcOrd="1" destOrd="0" parTransId="{07638F3F-8EA0-4F5A-864C-28591EAA327B}" sibTransId="{A4021F0B-714D-4BFD-9C32-7020E695CA25}"/>
    <dgm:cxn modelId="{87BCA8EE-3C8F-45AD-95C4-1B3DADF2A703}" srcId="{F40CEA95-FD1D-47FB-9FDE-E19BB81116F5}" destId="{C11B1748-40DD-4BC5-9480-FFD062D2185B}" srcOrd="3" destOrd="0" parTransId="{449EC330-6978-4348-AA8E-7079A6793225}" sibTransId="{A9E6A2C4-7D9A-4C6E-ABF8-C1F07D1EAEC3}"/>
    <dgm:cxn modelId="{BD36FFF0-2930-4155-82F8-B6407894294D}" srcId="{F40CEA95-FD1D-47FB-9FDE-E19BB81116F5}" destId="{FAD05C41-F992-4254-A71F-E2539B314C99}" srcOrd="0" destOrd="0" parTransId="{7073B362-3CB4-4101-8822-E075ED716233}" sibTransId="{E8706319-EF83-4D26-95A3-3AD3911A75DB}"/>
    <dgm:cxn modelId="{A8DB2C71-14A8-47D6-8878-898E3D4962D8}" type="presParOf" srcId="{BB26108A-35D8-4868-9C52-7205EF4BCCB3}" destId="{F2E9B39B-E53A-4BC8-AA4C-D3CD1F14D25B}" srcOrd="0" destOrd="0" presId="urn:microsoft.com/office/officeart/2018/2/layout/IconVerticalSolidList"/>
    <dgm:cxn modelId="{DB47BF25-D1A2-4791-8E69-A4A9597034E7}" type="presParOf" srcId="{F2E9B39B-E53A-4BC8-AA4C-D3CD1F14D25B}" destId="{46E1621B-B3FC-4592-B2AC-9CA977DE956F}" srcOrd="0" destOrd="0" presId="urn:microsoft.com/office/officeart/2018/2/layout/IconVerticalSolidList"/>
    <dgm:cxn modelId="{F3E508D8-2AF2-4654-9092-8C3A03EF1907}" type="presParOf" srcId="{F2E9B39B-E53A-4BC8-AA4C-D3CD1F14D25B}" destId="{82835EB2-1564-4114-A2BE-48B370A0A2FC}" srcOrd="1" destOrd="0" presId="urn:microsoft.com/office/officeart/2018/2/layout/IconVerticalSolidList"/>
    <dgm:cxn modelId="{9E55EFDC-FBC8-4868-8248-46A42CB294DC}" type="presParOf" srcId="{F2E9B39B-E53A-4BC8-AA4C-D3CD1F14D25B}" destId="{EBC6FF73-6E30-4395-9AF1-3A241EF83ECB}" srcOrd="2" destOrd="0" presId="urn:microsoft.com/office/officeart/2018/2/layout/IconVerticalSolidList"/>
    <dgm:cxn modelId="{71D501F6-7988-4FAC-AE24-15D499CDB3C5}" type="presParOf" srcId="{F2E9B39B-E53A-4BC8-AA4C-D3CD1F14D25B}" destId="{710550FB-A923-4FBC-9B94-20F5EF2D2108}" srcOrd="3" destOrd="0" presId="urn:microsoft.com/office/officeart/2018/2/layout/IconVerticalSolidList"/>
    <dgm:cxn modelId="{10F4B101-0800-4B9C-B297-9D0B486A8FAE}" type="presParOf" srcId="{BB26108A-35D8-4868-9C52-7205EF4BCCB3}" destId="{4919EF20-5D79-4D60-B4F6-E6BB6A9078BD}" srcOrd="1" destOrd="0" presId="urn:microsoft.com/office/officeart/2018/2/layout/IconVerticalSolidList"/>
    <dgm:cxn modelId="{ABE6A7FD-6BF0-4637-A950-3989220AED11}" type="presParOf" srcId="{BB26108A-35D8-4868-9C52-7205EF4BCCB3}" destId="{90CFB086-F0BA-4EC7-8B1C-2939043A458B}" srcOrd="2" destOrd="0" presId="urn:microsoft.com/office/officeart/2018/2/layout/IconVerticalSolidList"/>
    <dgm:cxn modelId="{BC7CE4F6-25AC-4F7F-9791-1603061FBDD9}" type="presParOf" srcId="{90CFB086-F0BA-4EC7-8B1C-2939043A458B}" destId="{AAFAEBF1-511E-4B62-99FC-675FC66A3898}" srcOrd="0" destOrd="0" presId="urn:microsoft.com/office/officeart/2018/2/layout/IconVerticalSolidList"/>
    <dgm:cxn modelId="{81CFDA33-3BA4-4B00-8503-1653594771CA}" type="presParOf" srcId="{90CFB086-F0BA-4EC7-8B1C-2939043A458B}" destId="{224F5EB2-8B79-4832-8E3A-AEAB3A4C2087}" srcOrd="1" destOrd="0" presId="urn:microsoft.com/office/officeart/2018/2/layout/IconVerticalSolidList"/>
    <dgm:cxn modelId="{96BE8B78-ED94-4AC0-81F2-FBA6852EC43F}" type="presParOf" srcId="{90CFB086-F0BA-4EC7-8B1C-2939043A458B}" destId="{4BEF84D8-3743-457F-8A6F-51518ACBF553}" srcOrd="2" destOrd="0" presId="urn:microsoft.com/office/officeart/2018/2/layout/IconVerticalSolidList"/>
    <dgm:cxn modelId="{A36716DC-3890-4412-9F8F-591AF6960F9D}" type="presParOf" srcId="{90CFB086-F0BA-4EC7-8B1C-2939043A458B}" destId="{446D17A7-CA4D-4927-BC30-77A882E188BB}" srcOrd="3" destOrd="0" presId="urn:microsoft.com/office/officeart/2018/2/layout/IconVerticalSolidList"/>
    <dgm:cxn modelId="{FB8D273F-1C4C-4DB2-B9D2-5E6357C3A279}" type="presParOf" srcId="{BB26108A-35D8-4868-9C52-7205EF4BCCB3}" destId="{5F592B05-5E69-4949-B94A-590636030A5D}" srcOrd="3" destOrd="0" presId="urn:microsoft.com/office/officeart/2018/2/layout/IconVerticalSolidList"/>
    <dgm:cxn modelId="{24A16085-9B4D-40C1-985F-BAC3C63E8913}" type="presParOf" srcId="{BB26108A-35D8-4868-9C52-7205EF4BCCB3}" destId="{51ED690C-51E4-4B35-8977-F57069D27234}" srcOrd="4" destOrd="0" presId="urn:microsoft.com/office/officeart/2018/2/layout/IconVerticalSolidList"/>
    <dgm:cxn modelId="{7321D2C8-6DA1-42C0-BFE2-138B36B0F1A3}" type="presParOf" srcId="{51ED690C-51E4-4B35-8977-F57069D27234}" destId="{04A23FE4-697A-4AB4-9E89-EBA48671ED0A}" srcOrd="0" destOrd="0" presId="urn:microsoft.com/office/officeart/2018/2/layout/IconVerticalSolidList"/>
    <dgm:cxn modelId="{41C231A0-60B0-428E-AD10-5E505BED03F6}" type="presParOf" srcId="{51ED690C-51E4-4B35-8977-F57069D27234}" destId="{C79E4FBD-B98B-4FF1-96F4-C64887852C00}" srcOrd="1" destOrd="0" presId="urn:microsoft.com/office/officeart/2018/2/layout/IconVerticalSolidList"/>
    <dgm:cxn modelId="{A0BDBB35-AA66-4FAB-9D41-3B50E13D337F}" type="presParOf" srcId="{51ED690C-51E4-4B35-8977-F57069D27234}" destId="{114B214C-E3E5-4EBD-93B4-700520374BB7}" srcOrd="2" destOrd="0" presId="urn:microsoft.com/office/officeart/2018/2/layout/IconVerticalSolidList"/>
    <dgm:cxn modelId="{1A87283D-95F5-4EC0-8E1C-B5CAA7D1FCF2}" type="presParOf" srcId="{51ED690C-51E4-4B35-8977-F57069D27234}" destId="{62CF7F98-1A08-40A8-8528-08268A12971A}" srcOrd="3" destOrd="0" presId="urn:microsoft.com/office/officeart/2018/2/layout/IconVerticalSolidList"/>
    <dgm:cxn modelId="{44D6DD6E-F18C-41C9-8F9F-3C228B9A0789}" type="presParOf" srcId="{BB26108A-35D8-4868-9C52-7205EF4BCCB3}" destId="{66735C78-2E97-4A3E-9C86-239BA3B3AF35}" srcOrd="5" destOrd="0" presId="urn:microsoft.com/office/officeart/2018/2/layout/IconVerticalSolidList"/>
    <dgm:cxn modelId="{C5378A10-6C7E-46C2-80DE-D75B8AC3639C}" type="presParOf" srcId="{BB26108A-35D8-4868-9C52-7205EF4BCCB3}" destId="{96D5F4C0-4DE6-4DF1-9A3E-EA52C4363FA1}" srcOrd="6" destOrd="0" presId="urn:microsoft.com/office/officeart/2018/2/layout/IconVerticalSolidList"/>
    <dgm:cxn modelId="{7D410C89-6985-444D-BB74-05F987313460}" type="presParOf" srcId="{96D5F4C0-4DE6-4DF1-9A3E-EA52C4363FA1}" destId="{6926F42A-861E-4E18-BB16-7AA2A2242602}" srcOrd="0" destOrd="0" presId="urn:microsoft.com/office/officeart/2018/2/layout/IconVerticalSolidList"/>
    <dgm:cxn modelId="{2606B54A-FF48-43FA-838F-F77BAD14F82C}" type="presParOf" srcId="{96D5F4C0-4DE6-4DF1-9A3E-EA52C4363FA1}" destId="{3CC4EFB5-8B94-4B43-B6CD-51CFC131624B}" srcOrd="1" destOrd="0" presId="urn:microsoft.com/office/officeart/2018/2/layout/IconVerticalSolidList"/>
    <dgm:cxn modelId="{4C8D8307-04CA-496F-96AD-274D22328EBA}" type="presParOf" srcId="{96D5F4C0-4DE6-4DF1-9A3E-EA52C4363FA1}" destId="{B5777772-10DE-4593-9CF2-7F718C93DB10}" srcOrd="2" destOrd="0" presId="urn:microsoft.com/office/officeart/2018/2/layout/IconVerticalSolidList"/>
    <dgm:cxn modelId="{FDB10269-7A55-4CC7-B4AB-5F6C2A19787A}" type="presParOf" srcId="{96D5F4C0-4DE6-4DF1-9A3E-EA52C4363FA1}" destId="{E043A6EE-B190-4673-9F5D-01E242F6102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7D7A261-56EE-4925-9C88-8C736EC0728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FF75428-55D5-48D5-A3CC-7CB8FCF7C8AB}">
      <dgm:prSet/>
      <dgm:spPr/>
      <dgm:t>
        <a:bodyPr/>
        <a:lstStyle/>
        <a:p>
          <a:r>
            <a:rPr lang="en-US"/>
            <a:t>Clean and normalize scraped text.</a:t>
          </a:r>
        </a:p>
      </dgm:t>
    </dgm:pt>
    <dgm:pt modelId="{5119F341-DC36-46C2-9425-D52D6584F4B6}" type="parTrans" cxnId="{50EB629C-3C8D-4653-9631-A567585226E1}">
      <dgm:prSet/>
      <dgm:spPr/>
      <dgm:t>
        <a:bodyPr/>
        <a:lstStyle/>
        <a:p>
          <a:endParaRPr lang="en-US"/>
        </a:p>
      </dgm:t>
    </dgm:pt>
    <dgm:pt modelId="{52280125-512E-4CA1-A148-24AA1521784F}" type="sibTrans" cxnId="{50EB629C-3C8D-4653-9631-A567585226E1}">
      <dgm:prSet/>
      <dgm:spPr/>
      <dgm:t>
        <a:bodyPr/>
        <a:lstStyle/>
        <a:p>
          <a:endParaRPr lang="en-US"/>
        </a:p>
      </dgm:t>
    </dgm:pt>
    <dgm:pt modelId="{D2FE49DC-7E2C-48E7-B200-CD08B8B511D6}">
      <dgm:prSet/>
      <dgm:spPr/>
      <dgm:t>
        <a:bodyPr/>
        <a:lstStyle/>
        <a:p>
          <a:r>
            <a:rPr lang="en-US"/>
            <a:t>Break text into manageable sections.</a:t>
          </a:r>
        </a:p>
      </dgm:t>
    </dgm:pt>
    <dgm:pt modelId="{D798461E-D886-4DC4-A8F6-842AFF3D840F}" type="parTrans" cxnId="{04410C54-66EF-4EAA-B772-075113028F84}">
      <dgm:prSet/>
      <dgm:spPr/>
      <dgm:t>
        <a:bodyPr/>
        <a:lstStyle/>
        <a:p>
          <a:endParaRPr lang="en-US"/>
        </a:p>
      </dgm:t>
    </dgm:pt>
    <dgm:pt modelId="{8B59EEA3-2C51-4AE9-ACA9-8725D76DCB10}" type="sibTrans" cxnId="{04410C54-66EF-4EAA-B772-075113028F84}">
      <dgm:prSet/>
      <dgm:spPr/>
      <dgm:t>
        <a:bodyPr/>
        <a:lstStyle/>
        <a:p>
          <a:endParaRPr lang="en-US"/>
        </a:p>
      </dgm:t>
    </dgm:pt>
    <dgm:pt modelId="{FBDBC95A-E1A3-4FFD-8D27-CA9640B99AF4}">
      <dgm:prSet/>
      <dgm:spPr/>
      <dgm:t>
        <a:bodyPr/>
        <a:lstStyle/>
        <a:p>
          <a:r>
            <a:rPr lang="en-US"/>
            <a:t>Insert selected sections into the model prompt.</a:t>
          </a:r>
        </a:p>
      </dgm:t>
    </dgm:pt>
    <dgm:pt modelId="{EB6DB910-D486-4C60-9EE5-B19433ABEB76}" type="parTrans" cxnId="{13A9526F-F8DC-4703-82A5-BCD5537804E2}">
      <dgm:prSet/>
      <dgm:spPr/>
      <dgm:t>
        <a:bodyPr/>
        <a:lstStyle/>
        <a:p>
          <a:endParaRPr lang="en-US"/>
        </a:p>
      </dgm:t>
    </dgm:pt>
    <dgm:pt modelId="{95DC4FC1-01AF-4501-9E6E-3DA3C25BE78E}" type="sibTrans" cxnId="{13A9526F-F8DC-4703-82A5-BCD5537804E2}">
      <dgm:prSet/>
      <dgm:spPr/>
      <dgm:t>
        <a:bodyPr/>
        <a:lstStyle/>
        <a:p>
          <a:endParaRPr lang="en-US"/>
        </a:p>
      </dgm:t>
    </dgm:pt>
    <dgm:pt modelId="{7E6882B2-5B44-43C3-8DE0-52A51DC66365}">
      <dgm:prSet/>
      <dgm:spPr/>
      <dgm:t>
        <a:bodyPr/>
        <a:lstStyle/>
        <a:p>
          <a:r>
            <a:rPr lang="en-US"/>
            <a:t>Example: system instructions + context + user question.</a:t>
          </a:r>
        </a:p>
      </dgm:t>
    </dgm:pt>
    <dgm:pt modelId="{C36D8796-6076-4836-99E6-63A723D3F090}" type="parTrans" cxnId="{898D252D-2F91-4D6B-999D-8E9FEAE93DF2}">
      <dgm:prSet/>
      <dgm:spPr/>
      <dgm:t>
        <a:bodyPr/>
        <a:lstStyle/>
        <a:p>
          <a:endParaRPr lang="en-US"/>
        </a:p>
      </dgm:t>
    </dgm:pt>
    <dgm:pt modelId="{89652780-AF74-4965-9017-B41CD665031C}" type="sibTrans" cxnId="{898D252D-2F91-4D6B-999D-8E9FEAE93DF2}">
      <dgm:prSet/>
      <dgm:spPr/>
      <dgm:t>
        <a:bodyPr/>
        <a:lstStyle/>
        <a:p>
          <a:endParaRPr lang="en-US"/>
        </a:p>
      </dgm:t>
    </dgm:pt>
    <dgm:pt modelId="{897A1510-19B7-47A7-8624-14B0D1EF433B}" type="pres">
      <dgm:prSet presAssocID="{F7D7A261-56EE-4925-9C88-8C736EC0728C}" presName="root" presStyleCnt="0">
        <dgm:presLayoutVars>
          <dgm:dir/>
          <dgm:resizeHandles val="exact"/>
        </dgm:presLayoutVars>
      </dgm:prSet>
      <dgm:spPr/>
    </dgm:pt>
    <dgm:pt modelId="{B400F6AB-52BC-4EBC-BBD7-82DBCA3B8998}" type="pres">
      <dgm:prSet presAssocID="{DFF75428-55D5-48D5-A3CC-7CB8FCF7C8AB}" presName="compNode" presStyleCnt="0"/>
      <dgm:spPr/>
    </dgm:pt>
    <dgm:pt modelId="{C84B7CBB-E096-40F7-AD53-A5EFCB064C9C}" type="pres">
      <dgm:prSet presAssocID="{DFF75428-55D5-48D5-A3CC-7CB8FCF7C8AB}" presName="bgRect" presStyleLbl="bgShp" presStyleIdx="0" presStyleCnt="4"/>
      <dgm:spPr/>
    </dgm:pt>
    <dgm:pt modelId="{99CDA8F8-4E67-490A-AEAD-097A2DEAD65D}" type="pres">
      <dgm:prSet presAssocID="{DFF75428-55D5-48D5-A3CC-7CB8FCF7C8A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5C340FC7-D72E-434B-B548-6E95CBE35D13}" type="pres">
      <dgm:prSet presAssocID="{DFF75428-55D5-48D5-A3CC-7CB8FCF7C8AB}" presName="spaceRect" presStyleCnt="0"/>
      <dgm:spPr/>
    </dgm:pt>
    <dgm:pt modelId="{534368A4-C53E-4312-A126-F7A60924F601}" type="pres">
      <dgm:prSet presAssocID="{DFF75428-55D5-48D5-A3CC-7CB8FCF7C8AB}" presName="parTx" presStyleLbl="revTx" presStyleIdx="0" presStyleCnt="4">
        <dgm:presLayoutVars>
          <dgm:chMax val="0"/>
          <dgm:chPref val="0"/>
        </dgm:presLayoutVars>
      </dgm:prSet>
      <dgm:spPr/>
    </dgm:pt>
    <dgm:pt modelId="{AE93D135-F683-4F15-913B-CCBD0376CFE5}" type="pres">
      <dgm:prSet presAssocID="{52280125-512E-4CA1-A148-24AA1521784F}" presName="sibTrans" presStyleCnt="0"/>
      <dgm:spPr/>
    </dgm:pt>
    <dgm:pt modelId="{64C0999E-FD43-4547-99D5-25AD660E52AB}" type="pres">
      <dgm:prSet presAssocID="{D2FE49DC-7E2C-48E7-B200-CD08B8B511D6}" presName="compNode" presStyleCnt="0"/>
      <dgm:spPr/>
    </dgm:pt>
    <dgm:pt modelId="{BB0BB87D-E74A-44DC-8F4B-4B61781792D0}" type="pres">
      <dgm:prSet presAssocID="{D2FE49DC-7E2C-48E7-B200-CD08B8B511D6}" presName="bgRect" presStyleLbl="bgShp" presStyleIdx="1" presStyleCnt="4"/>
      <dgm:spPr/>
    </dgm:pt>
    <dgm:pt modelId="{6E0AAF9E-E16D-49B7-9B7B-15783A12FD51}" type="pres">
      <dgm:prSet presAssocID="{D2FE49DC-7E2C-48E7-B200-CD08B8B511D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D5526593-B3C8-4DC6-B972-9E12BFE0EECC}" type="pres">
      <dgm:prSet presAssocID="{D2FE49DC-7E2C-48E7-B200-CD08B8B511D6}" presName="spaceRect" presStyleCnt="0"/>
      <dgm:spPr/>
    </dgm:pt>
    <dgm:pt modelId="{AB8FB21F-142F-4B36-9C44-49C11CFB2392}" type="pres">
      <dgm:prSet presAssocID="{D2FE49DC-7E2C-48E7-B200-CD08B8B511D6}" presName="parTx" presStyleLbl="revTx" presStyleIdx="1" presStyleCnt="4">
        <dgm:presLayoutVars>
          <dgm:chMax val="0"/>
          <dgm:chPref val="0"/>
        </dgm:presLayoutVars>
      </dgm:prSet>
      <dgm:spPr/>
    </dgm:pt>
    <dgm:pt modelId="{9ED6F6FA-0F71-4634-A9A7-204BA54DCDB5}" type="pres">
      <dgm:prSet presAssocID="{8B59EEA3-2C51-4AE9-ACA9-8725D76DCB10}" presName="sibTrans" presStyleCnt="0"/>
      <dgm:spPr/>
    </dgm:pt>
    <dgm:pt modelId="{7AD74726-C7EF-4EA4-A6D8-8CCCF53B3FD6}" type="pres">
      <dgm:prSet presAssocID="{FBDBC95A-E1A3-4FFD-8D27-CA9640B99AF4}" presName="compNode" presStyleCnt="0"/>
      <dgm:spPr/>
    </dgm:pt>
    <dgm:pt modelId="{EA4ED5E2-46A9-4B50-81FC-2691F1AABCAA}" type="pres">
      <dgm:prSet presAssocID="{FBDBC95A-E1A3-4FFD-8D27-CA9640B99AF4}" presName="bgRect" presStyleLbl="bgShp" presStyleIdx="2" presStyleCnt="4"/>
      <dgm:spPr/>
    </dgm:pt>
    <dgm:pt modelId="{E5941200-5B8E-4691-AA60-72EEC06DD96F}" type="pres">
      <dgm:prSet presAssocID="{FBDBC95A-E1A3-4FFD-8D27-CA9640B99AF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B448EB27-F9F2-43D3-B693-0DA0C9E5C9E7}" type="pres">
      <dgm:prSet presAssocID="{FBDBC95A-E1A3-4FFD-8D27-CA9640B99AF4}" presName="spaceRect" presStyleCnt="0"/>
      <dgm:spPr/>
    </dgm:pt>
    <dgm:pt modelId="{C60BE83F-37EE-42FE-B75A-5004E2C0C9FD}" type="pres">
      <dgm:prSet presAssocID="{FBDBC95A-E1A3-4FFD-8D27-CA9640B99AF4}" presName="parTx" presStyleLbl="revTx" presStyleIdx="2" presStyleCnt="4">
        <dgm:presLayoutVars>
          <dgm:chMax val="0"/>
          <dgm:chPref val="0"/>
        </dgm:presLayoutVars>
      </dgm:prSet>
      <dgm:spPr/>
    </dgm:pt>
    <dgm:pt modelId="{B2E723C2-9459-4524-8A3D-5339DFD64C77}" type="pres">
      <dgm:prSet presAssocID="{95DC4FC1-01AF-4501-9E6E-3DA3C25BE78E}" presName="sibTrans" presStyleCnt="0"/>
      <dgm:spPr/>
    </dgm:pt>
    <dgm:pt modelId="{3AB2D75D-FCE5-4958-B604-8092F4DB53E7}" type="pres">
      <dgm:prSet presAssocID="{7E6882B2-5B44-43C3-8DE0-52A51DC66365}" presName="compNode" presStyleCnt="0"/>
      <dgm:spPr/>
    </dgm:pt>
    <dgm:pt modelId="{7BCA5CF6-DBDF-47F5-B84D-9E896B2543AC}" type="pres">
      <dgm:prSet presAssocID="{7E6882B2-5B44-43C3-8DE0-52A51DC66365}" presName="bgRect" presStyleLbl="bgShp" presStyleIdx="3" presStyleCnt="4"/>
      <dgm:spPr/>
    </dgm:pt>
    <dgm:pt modelId="{1765453D-96B4-49F3-B835-158E04FB9AAC}" type="pres">
      <dgm:prSet presAssocID="{7E6882B2-5B44-43C3-8DE0-52A51DC6636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203936EC-9AC0-4E33-BE02-0C0BA8DB98DF}" type="pres">
      <dgm:prSet presAssocID="{7E6882B2-5B44-43C3-8DE0-52A51DC66365}" presName="spaceRect" presStyleCnt="0"/>
      <dgm:spPr/>
    </dgm:pt>
    <dgm:pt modelId="{FFC78D83-BEB4-4301-ACD8-BD71F2AD1AAA}" type="pres">
      <dgm:prSet presAssocID="{7E6882B2-5B44-43C3-8DE0-52A51DC66365}" presName="parTx" presStyleLbl="revTx" presStyleIdx="3" presStyleCnt="4">
        <dgm:presLayoutVars>
          <dgm:chMax val="0"/>
          <dgm:chPref val="0"/>
        </dgm:presLayoutVars>
      </dgm:prSet>
      <dgm:spPr/>
    </dgm:pt>
  </dgm:ptLst>
  <dgm:cxnLst>
    <dgm:cxn modelId="{F71A0029-E2F9-4BD0-92C6-15151923C05A}" type="presOf" srcId="{D2FE49DC-7E2C-48E7-B200-CD08B8B511D6}" destId="{AB8FB21F-142F-4B36-9C44-49C11CFB2392}" srcOrd="0" destOrd="0" presId="urn:microsoft.com/office/officeart/2018/2/layout/IconVerticalSolidList"/>
    <dgm:cxn modelId="{898D252D-2F91-4D6B-999D-8E9FEAE93DF2}" srcId="{F7D7A261-56EE-4925-9C88-8C736EC0728C}" destId="{7E6882B2-5B44-43C3-8DE0-52A51DC66365}" srcOrd="3" destOrd="0" parTransId="{C36D8796-6076-4836-99E6-63A723D3F090}" sibTransId="{89652780-AF74-4965-9017-B41CD665031C}"/>
    <dgm:cxn modelId="{85CB854C-DAE1-4303-9E4E-05C354B00EF9}" type="presOf" srcId="{7E6882B2-5B44-43C3-8DE0-52A51DC66365}" destId="{FFC78D83-BEB4-4301-ACD8-BD71F2AD1AAA}" srcOrd="0" destOrd="0" presId="urn:microsoft.com/office/officeart/2018/2/layout/IconVerticalSolidList"/>
    <dgm:cxn modelId="{04410C54-66EF-4EAA-B772-075113028F84}" srcId="{F7D7A261-56EE-4925-9C88-8C736EC0728C}" destId="{D2FE49DC-7E2C-48E7-B200-CD08B8B511D6}" srcOrd="1" destOrd="0" parTransId="{D798461E-D886-4DC4-A8F6-842AFF3D840F}" sibTransId="{8B59EEA3-2C51-4AE9-ACA9-8725D76DCB10}"/>
    <dgm:cxn modelId="{13A9526F-F8DC-4703-82A5-BCD5537804E2}" srcId="{F7D7A261-56EE-4925-9C88-8C736EC0728C}" destId="{FBDBC95A-E1A3-4FFD-8D27-CA9640B99AF4}" srcOrd="2" destOrd="0" parTransId="{EB6DB910-D486-4C60-9EE5-B19433ABEB76}" sibTransId="{95DC4FC1-01AF-4501-9E6E-3DA3C25BE78E}"/>
    <dgm:cxn modelId="{6FF5E179-0D27-42F1-B4E7-7D8A97776AB2}" type="presOf" srcId="{DFF75428-55D5-48D5-A3CC-7CB8FCF7C8AB}" destId="{534368A4-C53E-4312-A126-F7A60924F601}" srcOrd="0" destOrd="0" presId="urn:microsoft.com/office/officeart/2018/2/layout/IconVerticalSolidList"/>
    <dgm:cxn modelId="{68DB0384-977A-4EC1-B3C3-C6D7F358C382}" type="presOf" srcId="{FBDBC95A-E1A3-4FFD-8D27-CA9640B99AF4}" destId="{C60BE83F-37EE-42FE-B75A-5004E2C0C9FD}" srcOrd="0" destOrd="0" presId="urn:microsoft.com/office/officeart/2018/2/layout/IconVerticalSolidList"/>
    <dgm:cxn modelId="{50EB629C-3C8D-4653-9631-A567585226E1}" srcId="{F7D7A261-56EE-4925-9C88-8C736EC0728C}" destId="{DFF75428-55D5-48D5-A3CC-7CB8FCF7C8AB}" srcOrd="0" destOrd="0" parTransId="{5119F341-DC36-46C2-9425-D52D6584F4B6}" sibTransId="{52280125-512E-4CA1-A148-24AA1521784F}"/>
    <dgm:cxn modelId="{BC177AE7-D342-4A25-958F-938FAEEB84EC}" type="presOf" srcId="{F7D7A261-56EE-4925-9C88-8C736EC0728C}" destId="{897A1510-19B7-47A7-8624-14B0D1EF433B}" srcOrd="0" destOrd="0" presId="urn:microsoft.com/office/officeart/2018/2/layout/IconVerticalSolidList"/>
    <dgm:cxn modelId="{9EF4C6BE-E049-4944-8CC0-6B7D082B8399}" type="presParOf" srcId="{897A1510-19B7-47A7-8624-14B0D1EF433B}" destId="{B400F6AB-52BC-4EBC-BBD7-82DBCA3B8998}" srcOrd="0" destOrd="0" presId="urn:microsoft.com/office/officeart/2018/2/layout/IconVerticalSolidList"/>
    <dgm:cxn modelId="{D7B03EA2-CEFA-4F82-ACFA-8D4CF84D8BCA}" type="presParOf" srcId="{B400F6AB-52BC-4EBC-BBD7-82DBCA3B8998}" destId="{C84B7CBB-E096-40F7-AD53-A5EFCB064C9C}" srcOrd="0" destOrd="0" presId="urn:microsoft.com/office/officeart/2018/2/layout/IconVerticalSolidList"/>
    <dgm:cxn modelId="{D4362277-B2CB-48A1-B45E-3564B1C3A5CE}" type="presParOf" srcId="{B400F6AB-52BC-4EBC-BBD7-82DBCA3B8998}" destId="{99CDA8F8-4E67-490A-AEAD-097A2DEAD65D}" srcOrd="1" destOrd="0" presId="urn:microsoft.com/office/officeart/2018/2/layout/IconVerticalSolidList"/>
    <dgm:cxn modelId="{EAFA7DE4-CFDD-43A8-9183-FAB31FCC1722}" type="presParOf" srcId="{B400F6AB-52BC-4EBC-BBD7-82DBCA3B8998}" destId="{5C340FC7-D72E-434B-B548-6E95CBE35D13}" srcOrd="2" destOrd="0" presId="urn:microsoft.com/office/officeart/2018/2/layout/IconVerticalSolidList"/>
    <dgm:cxn modelId="{BFCCA822-7D6E-4C77-BEEC-2175DE275C7A}" type="presParOf" srcId="{B400F6AB-52BC-4EBC-BBD7-82DBCA3B8998}" destId="{534368A4-C53E-4312-A126-F7A60924F601}" srcOrd="3" destOrd="0" presId="urn:microsoft.com/office/officeart/2018/2/layout/IconVerticalSolidList"/>
    <dgm:cxn modelId="{F8A8FEF7-90A8-476B-918C-78837261E6A4}" type="presParOf" srcId="{897A1510-19B7-47A7-8624-14B0D1EF433B}" destId="{AE93D135-F683-4F15-913B-CCBD0376CFE5}" srcOrd="1" destOrd="0" presId="urn:microsoft.com/office/officeart/2018/2/layout/IconVerticalSolidList"/>
    <dgm:cxn modelId="{A5927DE7-6E3B-4ECC-B719-C9FDBC6D08D8}" type="presParOf" srcId="{897A1510-19B7-47A7-8624-14B0D1EF433B}" destId="{64C0999E-FD43-4547-99D5-25AD660E52AB}" srcOrd="2" destOrd="0" presId="urn:microsoft.com/office/officeart/2018/2/layout/IconVerticalSolidList"/>
    <dgm:cxn modelId="{DD20A905-07FB-4F4C-9D02-ACFFA2210D9A}" type="presParOf" srcId="{64C0999E-FD43-4547-99D5-25AD660E52AB}" destId="{BB0BB87D-E74A-44DC-8F4B-4B61781792D0}" srcOrd="0" destOrd="0" presId="urn:microsoft.com/office/officeart/2018/2/layout/IconVerticalSolidList"/>
    <dgm:cxn modelId="{ECE386D9-CEEC-475F-819B-8B24FCD40BF7}" type="presParOf" srcId="{64C0999E-FD43-4547-99D5-25AD660E52AB}" destId="{6E0AAF9E-E16D-49B7-9B7B-15783A12FD51}" srcOrd="1" destOrd="0" presId="urn:microsoft.com/office/officeart/2018/2/layout/IconVerticalSolidList"/>
    <dgm:cxn modelId="{51FDC7D3-C66B-42E3-98E2-8D61CA0532E5}" type="presParOf" srcId="{64C0999E-FD43-4547-99D5-25AD660E52AB}" destId="{D5526593-B3C8-4DC6-B972-9E12BFE0EECC}" srcOrd="2" destOrd="0" presId="urn:microsoft.com/office/officeart/2018/2/layout/IconVerticalSolidList"/>
    <dgm:cxn modelId="{CC5327D8-FC97-47D3-B038-7583832FBFC6}" type="presParOf" srcId="{64C0999E-FD43-4547-99D5-25AD660E52AB}" destId="{AB8FB21F-142F-4B36-9C44-49C11CFB2392}" srcOrd="3" destOrd="0" presId="urn:microsoft.com/office/officeart/2018/2/layout/IconVerticalSolidList"/>
    <dgm:cxn modelId="{9043E452-A49F-4D0D-BD28-A93E2599B7A4}" type="presParOf" srcId="{897A1510-19B7-47A7-8624-14B0D1EF433B}" destId="{9ED6F6FA-0F71-4634-A9A7-204BA54DCDB5}" srcOrd="3" destOrd="0" presId="urn:microsoft.com/office/officeart/2018/2/layout/IconVerticalSolidList"/>
    <dgm:cxn modelId="{8D137929-672F-4D3A-84EB-A231E4E17BE4}" type="presParOf" srcId="{897A1510-19B7-47A7-8624-14B0D1EF433B}" destId="{7AD74726-C7EF-4EA4-A6D8-8CCCF53B3FD6}" srcOrd="4" destOrd="0" presId="urn:microsoft.com/office/officeart/2018/2/layout/IconVerticalSolidList"/>
    <dgm:cxn modelId="{45498EF3-84C2-4C09-9347-A3FDE7661D5D}" type="presParOf" srcId="{7AD74726-C7EF-4EA4-A6D8-8CCCF53B3FD6}" destId="{EA4ED5E2-46A9-4B50-81FC-2691F1AABCAA}" srcOrd="0" destOrd="0" presId="urn:microsoft.com/office/officeart/2018/2/layout/IconVerticalSolidList"/>
    <dgm:cxn modelId="{70F76BBB-2CDA-4511-89ED-7A6634754AB9}" type="presParOf" srcId="{7AD74726-C7EF-4EA4-A6D8-8CCCF53B3FD6}" destId="{E5941200-5B8E-4691-AA60-72EEC06DD96F}" srcOrd="1" destOrd="0" presId="urn:microsoft.com/office/officeart/2018/2/layout/IconVerticalSolidList"/>
    <dgm:cxn modelId="{BE12B058-A016-42B7-9768-AEC5EB8BB99E}" type="presParOf" srcId="{7AD74726-C7EF-4EA4-A6D8-8CCCF53B3FD6}" destId="{B448EB27-F9F2-43D3-B693-0DA0C9E5C9E7}" srcOrd="2" destOrd="0" presId="urn:microsoft.com/office/officeart/2018/2/layout/IconVerticalSolidList"/>
    <dgm:cxn modelId="{0A37679E-172C-49DE-9DAB-14B41C0ACDCC}" type="presParOf" srcId="{7AD74726-C7EF-4EA4-A6D8-8CCCF53B3FD6}" destId="{C60BE83F-37EE-42FE-B75A-5004E2C0C9FD}" srcOrd="3" destOrd="0" presId="urn:microsoft.com/office/officeart/2018/2/layout/IconVerticalSolidList"/>
    <dgm:cxn modelId="{3EBF0587-F683-4270-BEC0-B5BE86B29A14}" type="presParOf" srcId="{897A1510-19B7-47A7-8624-14B0D1EF433B}" destId="{B2E723C2-9459-4524-8A3D-5339DFD64C77}" srcOrd="5" destOrd="0" presId="urn:microsoft.com/office/officeart/2018/2/layout/IconVerticalSolidList"/>
    <dgm:cxn modelId="{A9E9D4F7-B693-4364-A2DD-1EA412FC0B0B}" type="presParOf" srcId="{897A1510-19B7-47A7-8624-14B0D1EF433B}" destId="{3AB2D75D-FCE5-4958-B604-8092F4DB53E7}" srcOrd="6" destOrd="0" presId="urn:microsoft.com/office/officeart/2018/2/layout/IconVerticalSolidList"/>
    <dgm:cxn modelId="{16D83649-C9B3-41B2-9DCD-8DC853EEF130}" type="presParOf" srcId="{3AB2D75D-FCE5-4958-B604-8092F4DB53E7}" destId="{7BCA5CF6-DBDF-47F5-B84D-9E896B2543AC}" srcOrd="0" destOrd="0" presId="urn:microsoft.com/office/officeart/2018/2/layout/IconVerticalSolidList"/>
    <dgm:cxn modelId="{29669DC8-0A52-4CD9-AA4A-68B5BF724E44}" type="presParOf" srcId="{3AB2D75D-FCE5-4958-B604-8092F4DB53E7}" destId="{1765453D-96B4-49F3-B835-158E04FB9AAC}" srcOrd="1" destOrd="0" presId="urn:microsoft.com/office/officeart/2018/2/layout/IconVerticalSolidList"/>
    <dgm:cxn modelId="{80FC1615-E548-42F0-B2A5-72DCFB4DC099}" type="presParOf" srcId="{3AB2D75D-FCE5-4958-B604-8092F4DB53E7}" destId="{203936EC-9AC0-4E33-BE02-0C0BA8DB98DF}" srcOrd="2" destOrd="0" presId="urn:microsoft.com/office/officeart/2018/2/layout/IconVerticalSolidList"/>
    <dgm:cxn modelId="{E284C416-5EB0-47C3-9F6D-0B51AB3FA96E}" type="presParOf" srcId="{3AB2D75D-FCE5-4958-B604-8092F4DB53E7}" destId="{FFC78D83-BEB4-4301-ACD8-BD71F2AD1A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7088E38-8A9A-4133-960C-C2A6DB9270B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2BD72BA-4003-4678-A279-7D9139F59F51}">
      <dgm:prSet/>
      <dgm:spPr/>
      <dgm:t>
        <a:bodyPr/>
        <a:lstStyle/>
        <a:p>
          <a:r>
            <a:rPr lang="en-US"/>
            <a:t>GPT-like models can only read a limited number of tokens.</a:t>
          </a:r>
        </a:p>
      </dgm:t>
    </dgm:pt>
    <dgm:pt modelId="{ACCD4EF3-6F31-44E7-AF5C-8056033F87D5}" type="parTrans" cxnId="{0A853B6A-BC7E-42A6-8B66-F735B16B13E1}">
      <dgm:prSet/>
      <dgm:spPr/>
      <dgm:t>
        <a:bodyPr/>
        <a:lstStyle/>
        <a:p>
          <a:endParaRPr lang="en-US"/>
        </a:p>
      </dgm:t>
    </dgm:pt>
    <dgm:pt modelId="{77C56430-D6D5-4EAE-90A8-247C0C6A0A0F}" type="sibTrans" cxnId="{0A853B6A-BC7E-42A6-8B66-F735B16B13E1}">
      <dgm:prSet/>
      <dgm:spPr/>
      <dgm:t>
        <a:bodyPr/>
        <a:lstStyle/>
        <a:p>
          <a:endParaRPr lang="en-US"/>
        </a:p>
      </dgm:t>
    </dgm:pt>
    <dgm:pt modelId="{1DB262FE-7562-4D84-A886-2CEF67F60BF2}">
      <dgm:prSet/>
      <dgm:spPr/>
      <dgm:t>
        <a:bodyPr/>
        <a:lstStyle/>
        <a:p>
          <a:r>
            <a:rPr lang="en-US"/>
            <a:t>Small models: 4k–8k tokens; mid-size: 16k–32k; large: 128k–1M.</a:t>
          </a:r>
        </a:p>
      </dgm:t>
    </dgm:pt>
    <dgm:pt modelId="{A7F625AA-B860-4E63-9878-23B44C8741F3}" type="parTrans" cxnId="{BAB09AEE-44D2-48CA-9DD3-ADF84BE0BC36}">
      <dgm:prSet/>
      <dgm:spPr/>
      <dgm:t>
        <a:bodyPr/>
        <a:lstStyle/>
        <a:p>
          <a:endParaRPr lang="en-US"/>
        </a:p>
      </dgm:t>
    </dgm:pt>
    <dgm:pt modelId="{2054274F-DBCA-4129-ACB2-6B28EEDF5C1F}" type="sibTrans" cxnId="{BAB09AEE-44D2-48CA-9DD3-ADF84BE0BC36}">
      <dgm:prSet/>
      <dgm:spPr/>
      <dgm:t>
        <a:bodyPr/>
        <a:lstStyle/>
        <a:p>
          <a:endParaRPr lang="en-US"/>
        </a:p>
      </dgm:t>
    </dgm:pt>
    <dgm:pt modelId="{59B2E43C-9CAC-427B-9DBE-5E65066D44EA}">
      <dgm:prSet/>
      <dgm:spPr/>
      <dgm:t>
        <a:bodyPr/>
        <a:lstStyle/>
        <a:p>
          <a:r>
            <a:rPr lang="en-US"/>
            <a:t>Long documents cannot be fully included.</a:t>
          </a:r>
        </a:p>
      </dgm:t>
    </dgm:pt>
    <dgm:pt modelId="{B600164B-D046-4159-AC3F-40807FBD1EF9}" type="parTrans" cxnId="{9767F4B8-F9C5-42FE-8DB8-FB73468A9EBE}">
      <dgm:prSet/>
      <dgm:spPr/>
      <dgm:t>
        <a:bodyPr/>
        <a:lstStyle/>
        <a:p>
          <a:endParaRPr lang="en-US"/>
        </a:p>
      </dgm:t>
    </dgm:pt>
    <dgm:pt modelId="{F98758F6-F67B-4896-92D0-9739EDCED194}" type="sibTrans" cxnId="{9767F4B8-F9C5-42FE-8DB8-FB73468A9EBE}">
      <dgm:prSet/>
      <dgm:spPr/>
      <dgm:t>
        <a:bodyPr/>
        <a:lstStyle/>
        <a:p>
          <a:endParaRPr lang="en-US"/>
        </a:p>
      </dgm:t>
    </dgm:pt>
    <dgm:pt modelId="{352CA02B-9972-4589-8AEB-C5F215C3F821}">
      <dgm:prSet/>
      <dgm:spPr/>
      <dgm:t>
        <a:bodyPr/>
        <a:lstStyle/>
        <a:p>
          <a:r>
            <a:rPr lang="en-US"/>
            <a:t>Summaries may lose detail; hallucination risk increases.</a:t>
          </a:r>
        </a:p>
      </dgm:t>
    </dgm:pt>
    <dgm:pt modelId="{07E0321D-1549-41FD-AFA5-7FCC3CCAC500}" type="parTrans" cxnId="{5ECFEF5E-D483-4A3A-928D-03CD3BE2A7D8}">
      <dgm:prSet/>
      <dgm:spPr/>
      <dgm:t>
        <a:bodyPr/>
        <a:lstStyle/>
        <a:p>
          <a:endParaRPr lang="en-US"/>
        </a:p>
      </dgm:t>
    </dgm:pt>
    <dgm:pt modelId="{547074B7-0D5D-491C-A5BE-7AFBBEDC8CDE}" type="sibTrans" cxnId="{5ECFEF5E-D483-4A3A-928D-03CD3BE2A7D8}">
      <dgm:prSet/>
      <dgm:spPr/>
      <dgm:t>
        <a:bodyPr/>
        <a:lstStyle/>
        <a:p>
          <a:endParaRPr lang="en-US"/>
        </a:p>
      </dgm:t>
    </dgm:pt>
    <dgm:pt modelId="{7D9EB34D-E05A-4502-84F7-3CFB4065304A}" type="pres">
      <dgm:prSet presAssocID="{37088E38-8A9A-4133-960C-C2A6DB9270B9}" presName="root" presStyleCnt="0">
        <dgm:presLayoutVars>
          <dgm:dir/>
          <dgm:resizeHandles val="exact"/>
        </dgm:presLayoutVars>
      </dgm:prSet>
      <dgm:spPr/>
    </dgm:pt>
    <dgm:pt modelId="{66890141-8ECF-4270-AFB3-A8DD3DAC200A}" type="pres">
      <dgm:prSet presAssocID="{C2BD72BA-4003-4678-A279-7D9139F59F51}" presName="compNode" presStyleCnt="0"/>
      <dgm:spPr/>
    </dgm:pt>
    <dgm:pt modelId="{FCEF6BDE-1190-40CC-A2FB-B1FB85130DF5}" type="pres">
      <dgm:prSet presAssocID="{C2BD72BA-4003-4678-A279-7D9139F59F51}" presName="bgRect" presStyleLbl="bgShp" presStyleIdx="0" presStyleCnt="4"/>
      <dgm:spPr/>
    </dgm:pt>
    <dgm:pt modelId="{A75683F7-CBBB-4B6B-AEA9-35099FF773E0}" type="pres">
      <dgm:prSet presAssocID="{C2BD72BA-4003-4678-A279-7D9139F59F5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let"/>
        </a:ext>
      </dgm:extLst>
    </dgm:pt>
    <dgm:pt modelId="{8734CEF7-9B29-4E45-8024-F657CA6F8031}" type="pres">
      <dgm:prSet presAssocID="{C2BD72BA-4003-4678-A279-7D9139F59F51}" presName="spaceRect" presStyleCnt="0"/>
      <dgm:spPr/>
    </dgm:pt>
    <dgm:pt modelId="{4FB40351-D619-4079-B26F-1584A4918D5E}" type="pres">
      <dgm:prSet presAssocID="{C2BD72BA-4003-4678-A279-7D9139F59F51}" presName="parTx" presStyleLbl="revTx" presStyleIdx="0" presStyleCnt="4">
        <dgm:presLayoutVars>
          <dgm:chMax val="0"/>
          <dgm:chPref val="0"/>
        </dgm:presLayoutVars>
      </dgm:prSet>
      <dgm:spPr/>
    </dgm:pt>
    <dgm:pt modelId="{865C5F8C-9FE7-45EE-9740-268565A9B881}" type="pres">
      <dgm:prSet presAssocID="{77C56430-D6D5-4EAE-90A8-247C0C6A0A0F}" presName="sibTrans" presStyleCnt="0"/>
      <dgm:spPr/>
    </dgm:pt>
    <dgm:pt modelId="{7A54E112-E2B3-445D-8CD3-A8680C469D4D}" type="pres">
      <dgm:prSet presAssocID="{1DB262FE-7562-4D84-A886-2CEF67F60BF2}" presName="compNode" presStyleCnt="0"/>
      <dgm:spPr/>
    </dgm:pt>
    <dgm:pt modelId="{7A6F11D9-FEB2-4E3B-8812-EAA76112E53B}" type="pres">
      <dgm:prSet presAssocID="{1DB262FE-7562-4D84-A886-2CEF67F60BF2}" presName="bgRect" presStyleLbl="bgShp" presStyleIdx="1" presStyleCnt="4"/>
      <dgm:spPr/>
    </dgm:pt>
    <dgm:pt modelId="{11B47E98-EE04-4DB7-894C-C02F819EFBE9}" type="pres">
      <dgm:prSet presAssocID="{1DB262FE-7562-4D84-A886-2CEF67F60BF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5D2B78C8-0A93-4736-BFDE-66D9A3B71A7E}" type="pres">
      <dgm:prSet presAssocID="{1DB262FE-7562-4D84-A886-2CEF67F60BF2}" presName="spaceRect" presStyleCnt="0"/>
      <dgm:spPr/>
    </dgm:pt>
    <dgm:pt modelId="{1B693274-1EEA-4EE1-A3A3-EBCE68015870}" type="pres">
      <dgm:prSet presAssocID="{1DB262FE-7562-4D84-A886-2CEF67F60BF2}" presName="parTx" presStyleLbl="revTx" presStyleIdx="1" presStyleCnt="4">
        <dgm:presLayoutVars>
          <dgm:chMax val="0"/>
          <dgm:chPref val="0"/>
        </dgm:presLayoutVars>
      </dgm:prSet>
      <dgm:spPr/>
    </dgm:pt>
    <dgm:pt modelId="{3D62B9F1-898A-4784-B5DE-254DEB20CA9D}" type="pres">
      <dgm:prSet presAssocID="{2054274F-DBCA-4129-ACB2-6B28EEDF5C1F}" presName="sibTrans" presStyleCnt="0"/>
      <dgm:spPr/>
    </dgm:pt>
    <dgm:pt modelId="{7B4908F9-F752-44D1-83BE-DF68DBCE91BD}" type="pres">
      <dgm:prSet presAssocID="{59B2E43C-9CAC-427B-9DBE-5E65066D44EA}" presName="compNode" presStyleCnt="0"/>
      <dgm:spPr/>
    </dgm:pt>
    <dgm:pt modelId="{543FAE4B-E781-4CE8-9B05-8A137B2D1761}" type="pres">
      <dgm:prSet presAssocID="{59B2E43C-9CAC-427B-9DBE-5E65066D44EA}" presName="bgRect" presStyleLbl="bgShp" presStyleIdx="2" presStyleCnt="4"/>
      <dgm:spPr/>
    </dgm:pt>
    <dgm:pt modelId="{3DF071D8-520F-40E7-9C42-A69871F857E4}" type="pres">
      <dgm:prSet presAssocID="{59B2E43C-9CAC-427B-9DBE-5E65066D44E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BDA1BFCF-0E60-44EB-A4D1-A53B13FC5624}" type="pres">
      <dgm:prSet presAssocID="{59B2E43C-9CAC-427B-9DBE-5E65066D44EA}" presName="spaceRect" presStyleCnt="0"/>
      <dgm:spPr/>
    </dgm:pt>
    <dgm:pt modelId="{2F386056-4879-46EA-80EF-67E2371F6FFE}" type="pres">
      <dgm:prSet presAssocID="{59B2E43C-9CAC-427B-9DBE-5E65066D44EA}" presName="parTx" presStyleLbl="revTx" presStyleIdx="2" presStyleCnt="4">
        <dgm:presLayoutVars>
          <dgm:chMax val="0"/>
          <dgm:chPref val="0"/>
        </dgm:presLayoutVars>
      </dgm:prSet>
      <dgm:spPr/>
    </dgm:pt>
    <dgm:pt modelId="{FAB4AF31-E9C6-4AC0-8ACF-5A8BC909A176}" type="pres">
      <dgm:prSet presAssocID="{F98758F6-F67B-4896-92D0-9739EDCED194}" presName="sibTrans" presStyleCnt="0"/>
      <dgm:spPr/>
    </dgm:pt>
    <dgm:pt modelId="{9382F6CE-57C1-42FA-984C-5C38F3F3B2A4}" type="pres">
      <dgm:prSet presAssocID="{352CA02B-9972-4589-8AEB-C5F215C3F821}" presName="compNode" presStyleCnt="0"/>
      <dgm:spPr/>
    </dgm:pt>
    <dgm:pt modelId="{DCC80FBF-C982-4A08-839A-C9F07A47CE60}" type="pres">
      <dgm:prSet presAssocID="{352CA02B-9972-4589-8AEB-C5F215C3F821}" presName="bgRect" presStyleLbl="bgShp" presStyleIdx="3" presStyleCnt="4"/>
      <dgm:spPr/>
    </dgm:pt>
    <dgm:pt modelId="{35D20B1E-9EF6-425A-A13A-EC586AFCDF5C}" type="pres">
      <dgm:prSet presAssocID="{352CA02B-9972-4589-8AEB-C5F215C3F82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d Quotation Mark"/>
        </a:ext>
      </dgm:extLst>
    </dgm:pt>
    <dgm:pt modelId="{9CFD7601-B825-41CB-81C1-67487568BD83}" type="pres">
      <dgm:prSet presAssocID="{352CA02B-9972-4589-8AEB-C5F215C3F821}" presName="spaceRect" presStyleCnt="0"/>
      <dgm:spPr/>
    </dgm:pt>
    <dgm:pt modelId="{4EB2C653-2482-4795-A69A-4839D4A07EEA}" type="pres">
      <dgm:prSet presAssocID="{352CA02B-9972-4589-8AEB-C5F215C3F821}" presName="parTx" presStyleLbl="revTx" presStyleIdx="3" presStyleCnt="4">
        <dgm:presLayoutVars>
          <dgm:chMax val="0"/>
          <dgm:chPref val="0"/>
        </dgm:presLayoutVars>
      </dgm:prSet>
      <dgm:spPr/>
    </dgm:pt>
  </dgm:ptLst>
  <dgm:cxnLst>
    <dgm:cxn modelId="{DF04B713-72B7-4C25-A8F6-2F4137318FF2}" type="presOf" srcId="{37088E38-8A9A-4133-960C-C2A6DB9270B9}" destId="{7D9EB34D-E05A-4502-84F7-3CFB4065304A}" srcOrd="0" destOrd="0" presId="urn:microsoft.com/office/officeart/2018/2/layout/IconVerticalSolidList"/>
    <dgm:cxn modelId="{9EE01E29-F647-4ED1-A631-0108FB15E3BE}" type="presOf" srcId="{59B2E43C-9CAC-427B-9DBE-5E65066D44EA}" destId="{2F386056-4879-46EA-80EF-67E2371F6FFE}" srcOrd="0" destOrd="0" presId="urn:microsoft.com/office/officeart/2018/2/layout/IconVerticalSolidList"/>
    <dgm:cxn modelId="{5B275F33-0782-4D84-86B8-90B29FA5D1AB}" type="presOf" srcId="{1DB262FE-7562-4D84-A886-2CEF67F60BF2}" destId="{1B693274-1EEA-4EE1-A3A3-EBCE68015870}" srcOrd="0" destOrd="0" presId="urn:microsoft.com/office/officeart/2018/2/layout/IconVerticalSolidList"/>
    <dgm:cxn modelId="{5ECFEF5E-D483-4A3A-928D-03CD3BE2A7D8}" srcId="{37088E38-8A9A-4133-960C-C2A6DB9270B9}" destId="{352CA02B-9972-4589-8AEB-C5F215C3F821}" srcOrd="3" destOrd="0" parTransId="{07E0321D-1549-41FD-AFA5-7FCC3CCAC500}" sibTransId="{547074B7-0D5D-491C-A5BE-7AFBBEDC8CDE}"/>
    <dgm:cxn modelId="{0A853B6A-BC7E-42A6-8B66-F735B16B13E1}" srcId="{37088E38-8A9A-4133-960C-C2A6DB9270B9}" destId="{C2BD72BA-4003-4678-A279-7D9139F59F51}" srcOrd="0" destOrd="0" parTransId="{ACCD4EF3-6F31-44E7-AF5C-8056033F87D5}" sibTransId="{77C56430-D6D5-4EAE-90A8-247C0C6A0A0F}"/>
    <dgm:cxn modelId="{9767F4B8-F9C5-42FE-8DB8-FB73468A9EBE}" srcId="{37088E38-8A9A-4133-960C-C2A6DB9270B9}" destId="{59B2E43C-9CAC-427B-9DBE-5E65066D44EA}" srcOrd="2" destOrd="0" parTransId="{B600164B-D046-4159-AC3F-40807FBD1EF9}" sibTransId="{F98758F6-F67B-4896-92D0-9739EDCED194}"/>
    <dgm:cxn modelId="{BCEBD0D3-FA71-4E6A-BED9-1DDA046C11C4}" type="presOf" srcId="{352CA02B-9972-4589-8AEB-C5F215C3F821}" destId="{4EB2C653-2482-4795-A69A-4839D4A07EEA}" srcOrd="0" destOrd="0" presId="urn:microsoft.com/office/officeart/2018/2/layout/IconVerticalSolidList"/>
    <dgm:cxn modelId="{260EF7DA-1965-427D-898A-24710E56F0BE}" type="presOf" srcId="{C2BD72BA-4003-4678-A279-7D9139F59F51}" destId="{4FB40351-D619-4079-B26F-1584A4918D5E}" srcOrd="0" destOrd="0" presId="urn:microsoft.com/office/officeart/2018/2/layout/IconVerticalSolidList"/>
    <dgm:cxn modelId="{BAB09AEE-44D2-48CA-9DD3-ADF84BE0BC36}" srcId="{37088E38-8A9A-4133-960C-C2A6DB9270B9}" destId="{1DB262FE-7562-4D84-A886-2CEF67F60BF2}" srcOrd="1" destOrd="0" parTransId="{A7F625AA-B860-4E63-9878-23B44C8741F3}" sibTransId="{2054274F-DBCA-4129-ACB2-6B28EEDF5C1F}"/>
    <dgm:cxn modelId="{6174904E-BB57-4327-8148-9E597B2A05B0}" type="presParOf" srcId="{7D9EB34D-E05A-4502-84F7-3CFB4065304A}" destId="{66890141-8ECF-4270-AFB3-A8DD3DAC200A}" srcOrd="0" destOrd="0" presId="urn:microsoft.com/office/officeart/2018/2/layout/IconVerticalSolidList"/>
    <dgm:cxn modelId="{DBCEA796-D40A-4E3A-B333-CC8FA8934A13}" type="presParOf" srcId="{66890141-8ECF-4270-AFB3-A8DD3DAC200A}" destId="{FCEF6BDE-1190-40CC-A2FB-B1FB85130DF5}" srcOrd="0" destOrd="0" presId="urn:microsoft.com/office/officeart/2018/2/layout/IconVerticalSolidList"/>
    <dgm:cxn modelId="{EA4DEC4B-E99D-4C01-85BC-F5C2FBEB52C1}" type="presParOf" srcId="{66890141-8ECF-4270-AFB3-A8DD3DAC200A}" destId="{A75683F7-CBBB-4B6B-AEA9-35099FF773E0}" srcOrd="1" destOrd="0" presId="urn:microsoft.com/office/officeart/2018/2/layout/IconVerticalSolidList"/>
    <dgm:cxn modelId="{0F01CA25-BDD3-47E0-AB9B-3C4BEE65169D}" type="presParOf" srcId="{66890141-8ECF-4270-AFB3-A8DD3DAC200A}" destId="{8734CEF7-9B29-4E45-8024-F657CA6F8031}" srcOrd="2" destOrd="0" presId="urn:microsoft.com/office/officeart/2018/2/layout/IconVerticalSolidList"/>
    <dgm:cxn modelId="{87EA7D34-7A10-498F-9B80-5D33AFEE1584}" type="presParOf" srcId="{66890141-8ECF-4270-AFB3-A8DD3DAC200A}" destId="{4FB40351-D619-4079-B26F-1584A4918D5E}" srcOrd="3" destOrd="0" presId="urn:microsoft.com/office/officeart/2018/2/layout/IconVerticalSolidList"/>
    <dgm:cxn modelId="{F40F8D8A-1C96-46C9-9B78-5AE915E042B8}" type="presParOf" srcId="{7D9EB34D-E05A-4502-84F7-3CFB4065304A}" destId="{865C5F8C-9FE7-45EE-9740-268565A9B881}" srcOrd="1" destOrd="0" presId="urn:microsoft.com/office/officeart/2018/2/layout/IconVerticalSolidList"/>
    <dgm:cxn modelId="{73A8A35F-C681-4B73-8158-D09172D0FD88}" type="presParOf" srcId="{7D9EB34D-E05A-4502-84F7-3CFB4065304A}" destId="{7A54E112-E2B3-445D-8CD3-A8680C469D4D}" srcOrd="2" destOrd="0" presId="urn:microsoft.com/office/officeart/2018/2/layout/IconVerticalSolidList"/>
    <dgm:cxn modelId="{B945E54B-C3D1-4136-84C7-68D291870674}" type="presParOf" srcId="{7A54E112-E2B3-445D-8CD3-A8680C469D4D}" destId="{7A6F11D9-FEB2-4E3B-8812-EAA76112E53B}" srcOrd="0" destOrd="0" presId="urn:microsoft.com/office/officeart/2018/2/layout/IconVerticalSolidList"/>
    <dgm:cxn modelId="{121D2A90-DAFB-46F6-9CE7-25CC4DA4E341}" type="presParOf" srcId="{7A54E112-E2B3-445D-8CD3-A8680C469D4D}" destId="{11B47E98-EE04-4DB7-894C-C02F819EFBE9}" srcOrd="1" destOrd="0" presId="urn:microsoft.com/office/officeart/2018/2/layout/IconVerticalSolidList"/>
    <dgm:cxn modelId="{FFC5B265-EAD2-465C-86D6-85ED0DC0D4B9}" type="presParOf" srcId="{7A54E112-E2B3-445D-8CD3-A8680C469D4D}" destId="{5D2B78C8-0A93-4736-BFDE-66D9A3B71A7E}" srcOrd="2" destOrd="0" presId="urn:microsoft.com/office/officeart/2018/2/layout/IconVerticalSolidList"/>
    <dgm:cxn modelId="{7232EB5A-5638-402A-999B-54CECD00C71E}" type="presParOf" srcId="{7A54E112-E2B3-445D-8CD3-A8680C469D4D}" destId="{1B693274-1EEA-4EE1-A3A3-EBCE68015870}" srcOrd="3" destOrd="0" presId="urn:microsoft.com/office/officeart/2018/2/layout/IconVerticalSolidList"/>
    <dgm:cxn modelId="{C1311026-3532-43BD-8E21-C8EEA49A6A94}" type="presParOf" srcId="{7D9EB34D-E05A-4502-84F7-3CFB4065304A}" destId="{3D62B9F1-898A-4784-B5DE-254DEB20CA9D}" srcOrd="3" destOrd="0" presId="urn:microsoft.com/office/officeart/2018/2/layout/IconVerticalSolidList"/>
    <dgm:cxn modelId="{698F3F14-55BD-4D25-B096-A457A9BDB85F}" type="presParOf" srcId="{7D9EB34D-E05A-4502-84F7-3CFB4065304A}" destId="{7B4908F9-F752-44D1-83BE-DF68DBCE91BD}" srcOrd="4" destOrd="0" presId="urn:microsoft.com/office/officeart/2018/2/layout/IconVerticalSolidList"/>
    <dgm:cxn modelId="{07E9DF07-1156-4491-B34C-AFD3E60EE001}" type="presParOf" srcId="{7B4908F9-F752-44D1-83BE-DF68DBCE91BD}" destId="{543FAE4B-E781-4CE8-9B05-8A137B2D1761}" srcOrd="0" destOrd="0" presId="urn:microsoft.com/office/officeart/2018/2/layout/IconVerticalSolidList"/>
    <dgm:cxn modelId="{2C7E96AF-9C25-45AC-9A66-3E4A3A29DCE9}" type="presParOf" srcId="{7B4908F9-F752-44D1-83BE-DF68DBCE91BD}" destId="{3DF071D8-520F-40E7-9C42-A69871F857E4}" srcOrd="1" destOrd="0" presId="urn:microsoft.com/office/officeart/2018/2/layout/IconVerticalSolidList"/>
    <dgm:cxn modelId="{D0EEF33F-21B0-4E82-AA98-9E388309DB42}" type="presParOf" srcId="{7B4908F9-F752-44D1-83BE-DF68DBCE91BD}" destId="{BDA1BFCF-0E60-44EB-A4D1-A53B13FC5624}" srcOrd="2" destOrd="0" presId="urn:microsoft.com/office/officeart/2018/2/layout/IconVerticalSolidList"/>
    <dgm:cxn modelId="{F6E35452-287A-4584-9B2B-A92F5A7E7820}" type="presParOf" srcId="{7B4908F9-F752-44D1-83BE-DF68DBCE91BD}" destId="{2F386056-4879-46EA-80EF-67E2371F6FFE}" srcOrd="3" destOrd="0" presId="urn:microsoft.com/office/officeart/2018/2/layout/IconVerticalSolidList"/>
    <dgm:cxn modelId="{1ADD914D-0D89-4744-8C03-5F0CCA374505}" type="presParOf" srcId="{7D9EB34D-E05A-4502-84F7-3CFB4065304A}" destId="{FAB4AF31-E9C6-4AC0-8ACF-5A8BC909A176}" srcOrd="5" destOrd="0" presId="urn:microsoft.com/office/officeart/2018/2/layout/IconVerticalSolidList"/>
    <dgm:cxn modelId="{B320A71F-5BC0-4C45-BB5D-9FB7BDCC78FF}" type="presParOf" srcId="{7D9EB34D-E05A-4502-84F7-3CFB4065304A}" destId="{9382F6CE-57C1-42FA-984C-5C38F3F3B2A4}" srcOrd="6" destOrd="0" presId="urn:microsoft.com/office/officeart/2018/2/layout/IconVerticalSolidList"/>
    <dgm:cxn modelId="{24F18024-4103-4DCF-B00E-65FC5E68AB19}" type="presParOf" srcId="{9382F6CE-57C1-42FA-984C-5C38F3F3B2A4}" destId="{DCC80FBF-C982-4A08-839A-C9F07A47CE60}" srcOrd="0" destOrd="0" presId="urn:microsoft.com/office/officeart/2018/2/layout/IconVerticalSolidList"/>
    <dgm:cxn modelId="{494F71DE-3DF7-49EA-A93F-1BE829F94235}" type="presParOf" srcId="{9382F6CE-57C1-42FA-984C-5C38F3F3B2A4}" destId="{35D20B1E-9EF6-425A-A13A-EC586AFCDF5C}" srcOrd="1" destOrd="0" presId="urn:microsoft.com/office/officeart/2018/2/layout/IconVerticalSolidList"/>
    <dgm:cxn modelId="{3C7D3D6F-8C8C-4FBA-BEF5-CAF9A55A8F88}" type="presParOf" srcId="{9382F6CE-57C1-42FA-984C-5C38F3F3B2A4}" destId="{9CFD7601-B825-41CB-81C1-67487568BD83}" srcOrd="2" destOrd="0" presId="urn:microsoft.com/office/officeart/2018/2/layout/IconVerticalSolidList"/>
    <dgm:cxn modelId="{E96F85BE-730A-4D2B-A3F0-47EC5D65FBD9}" type="presParOf" srcId="{9382F6CE-57C1-42FA-984C-5C38F3F3B2A4}" destId="{4EB2C653-2482-4795-A69A-4839D4A07E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1915389-99D5-498B-AB5F-3F5F63A3B36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0B9CE8-6FDC-44F6-B978-2AE9817FC1B4}">
      <dgm:prSet/>
      <dgm:spPr/>
      <dgm:t>
        <a:bodyPr/>
        <a:lstStyle/>
        <a:p>
          <a:r>
            <a:rPr lang="en-US"/>
            <a:t>No retrieval logic; model cannot search data.</a:t>
          </a:r>
        </a:p>
      </dgm:t>
    </dgm:pt>
    <dgm:pt modelId="{B2099BAF-2D20-4147-B190-643D815F149C}" type="parTrans" cxnId="{217FC884-8FA3-43FC-BD55-748453D27A96}">
      <dgm:prSet/>
      <dgm:spPr/>
      <dgm:t>
        <a:bodyPr/>
        <a:lstStyle/>
        <a:p>
          <a:endParaRPr lang="en-US"/>
        </a:p>
      </dgm:t>
    </dgm:pt>
    <dgm:pt modelId="{B6C3FC59-22F5-476B-A03D-D29870675725}" type="sibTrans" cxnId="{217FC884-8FA3-43FC-BD55-748453D27A96}">
      <dgm:prSet/>
      <dgm:spPr/>
      <dgm:t>
        <a:bodyPr/>
        <a:lstStyle/>
        <a:p>
          <a:endParaRPr lang="en-US"/>
        </a:p>
      </dgm:t>
    </dgm:pt>
    <dgm:pt modelId="{F514E209-10F3-4603-9865-6D3AB412B16D}">
      <dgm:prSet/>
      <dgm:spPr/>
      <dgm:t>
        <a:bodyPr/>
        <a:lstStyle/>
        <a:p>
          <a:r>
            <a:rPr lang="en-US"/>
            <a:t>No memory; each question must include needed context.</a:t>
          </a:r>
        </a:p>
      </dgm:t>
    </dgm:pt>
    <dgm:pt modelId="{F4EAEDA8-95B9-4897-B03A-9614422D5827}" type="parTrans" cxnId="{AA2C9667-914A-4D36-BED5-48E9A9960ADE}">
      <dgm:prSet/>
      <dgm:spPr/>
      <dgm:t>
        <a:bodyPr/>
        <a:lstStyle/>
        <a:p>
          <a:endParaRPr lang="en-US"/>
        </a:p>
      </dgm:t>
    </dgm:pt>
    <dgm:pt modelId="{071FF9D7-EEC6-40BB-8070-39968D9F4B56}" type="sibTrans" cxnId="{AA2C9667-914A-4D36-BED5-48E9A9960ADE}">
      <dgm:prSet/>
      <dgm:spPr/>
      <dgm:t>
        <a:bodyPr/>
        <a:lstStyle/>
        <a:p>
          <a:endParaRPr lang="en-US"/>
        </a:p>
      </dgm:t>
    </dgm:pt>
    <dgm:pt modelId="{3FF76F03-E8F5-40DE-BCB7-B2CC60934B21}">
      <dgm:prSet/>
      <dgm:spPr/>
      <dgm:t>
        <a:bodyPr/>
        <a:lstStyle/>
        <a:p>
          <a:r>
            <a:rPr lang="en-US"/>
            <a:t>Higher hallucination risk when context is incomplete.</a:t>
          </a:r>
        </a:p>
      </dgm:t>
    </dgm:pt>
    <dgm:pt modelId="{35A63277-2F4A-4B26-9701-8F204344A246}" type="parTrans" cxnId="{DC063F3B-E4CB-4054-BBD0-9CCAE15DE4FD}">
      <dgm:prSet/>
      <dgm:spPr/>
      <dgm:t>
        <a:bodyPr/>
        <a:lstStyle/>
        <a:p>
          <a:endParaRPr lang="en-US"/>
        </a:p>
      </dgm:t>
    </dgm:pt>
    <dgm:pt modelId="{D101A580-B1BA-4E79-A93A-2A342C42F49D}" type="sibTrans" cxnId="{DC063F3B-E4CB-4054-BBD0-9CCAE15DE4FD}">
      <dgm:prSet/>
      <dgm:spPr/>
      <dgm:t>
        <a:bodyPr/>
        <a:lstStyle/>
        <a:p>
          <a:endParaRPr lang="en-US"/>
        </a:p>
      </dgm:t>
    </dgm:pt>
    <dgm:pt modelId="{925CC343-8C14-48C8-8CF5-0AD1FB35D008}">
      <dgm:prSet/>
      <dgm:spPr/>
      <dgm:t>
        <a:bodyPr/>
        <a:lstStyle/>
        <a:p>
          <a:r>
            <a:rPr lang="en-US"/>
            <a:t>Poor scalability as data grows.</a:t>
          </a:r>
        </a:p>
      </dgm:t>
    </dgm:pt>
    <dgm:pt modelId="{41961E1C-45FB-40D3-9E80-D8332A486DF4}" type="parTrans" cxnId="{3D6BCF3B-2A08-42F9-9846-D78DEC10B4F5}">
      <dgm:prSet/>
      <dgm:spPr/>
      <dgm:t>
        <a:bodyPr/>
        <a:lstStyle/>
        <a:p>
          <a:endParaRPr lang="en-US"/>
        </a:p>
      </dgm:t>
    </dgm:pt>
    <dgm:pt modelId="{52FAC168-0D3A-4198-8E2B-4C028A519681}" type="sibTrans" cxnId="{3D6BCF3B-2A08-42F9-9846-D78DEC10B4F5}">
      <dgm:prSet/>
      <dgm:spPr/>
      <dgm:t>
        <a:bodyPr/>
        <a:lstStyle/>
        <a:p>
          <a:endParaRPr lang="en-US"/>
        </a:p>
      </dgm:t>
    </dgm:pt>
    <dgm:pt modelId="{D231E8B3-74B8-4FA8-9815-F655D4FEF038}" type="pres">
      <dgm:prSet presAssocID="{31915389-99D5-498B-AB5F-3F5F63A3B365}" presName="root" presStyleCnt="0">
        <dgm:presLayoutVars>
          <dgm:dir/>
          <dgm:resizeHandles val="exact"/>
        </dgm:presLayoutVars>
      </dgm:prSet>
      <dgm:spPr/>
    </dgm:pt>
    <dgm:pt modelId="{1513D6FA-7C15-4C71-9F07-A9E2AF923B2C}" type="pres">
      <dgm:prSet presAssocID="{6B0B9CE8-6FDC-44F6-B978-2AE9817FC1B4}" presName="compNode" presStyleCnt="0"/>
      <dgm:spPr/>
    </dgm:pt>
    <dgm:pt modelId="{DF0CEEBC-B37E-40F6-8D1D-8EF173E23D08}" type="pres">
      <dgm:prSet presAssocID="{6B0B9CE8-6FDC-44F6-B978-2AE9817FC1B4}" presName="bgRect" presStyleLbl="bgShp" presStyleIdx="0" presStyleCnt="4"/>
      <dgm:spPr/>
    </dgm:pt>
    <dgm:pt modelId="{DC089E03-1A4D-49B6-8FEB-479D008DA0A4}" type="pres">
      <dgm:prSet presAssocID="{6B0B9CE8-6FDC-44F6-B978-2AE9817FC1B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k"/>
        </a:ext>
      </dgm:extLst>
    </dgm:pt>
    <dgm:pt modelId="{24E555E1-C7F6-4392-96FD-2678F62D1A91}" type="pres">
      <dgm:prSet presAssocID="{6B0B9CE8-6FDC-44F6-B978-2AE9817FC1B4}" presName="spaceRect" presStyleCnt="0"/>
      <dgm:spPr/>
    </dgm:pt>
    <dgm:pt modelId="{8430B564-8D43-4D64-A516-429D026910C4}" type="pres">
      <dgm:prSet presAssocID="{6B0B9CE8-6FDC-44F6-B978-2AE9817FC1B4}" presName="parTx" presStyleLbl="revTx" presStyleIdx="0" presStyleCnt="4">
        <dgm:presLayoutVars>
          <dgm:chMax val="0"/>
          <dgm:chPref val="0"/>
        </dgm:presLayoutVars>
      </dgm:prSet>
      <dgm:spPr/>
    </dgm:pt>
    <dgm:pt modelId="{999BA6F6-6005-442C-9602-A96113D59461}" type="pres">
      <dgm:prSet presAssocID="{B6C3FC59-22F5-476B-A03D-D29870675725}" presName="sibTrans" presStyleCnt="0"/>
      <dgm:spPr/>
    </dgm:pt>
    <dgm:pt modelId="{054D7608-1091-48E5-9C40-B7024D72530E}" type="pres">
      <dgm:prSet presAssocID="{F514E209-10F3-4603-9865-6D3AB412B16D}" presName="compNode" presStyleCnt="0"/>
      <dgm:spPr/>
    </dgm:pt>
    <dgm:pt modelId="{00B4E679-CA63-4CC9-B2BB-38780A93BF23}" type="pres">
      <dgm:prSet presAssocID="{F514E209-10F3-4603-9865-6D3AB412B16D}" presName="bgRect" presStyleLbl="bgShp" presStyleIdx="1" presStyleCnt="4"/>
      <dgm:spPr/>
    </dgm:pt>
    <dgm:pt modelId="{024FB707-9373-4479-97DC-0507D7309633}" type="pres">
      <dgm:prSet presAssocID="{F514E209-10F3-4603-9865-6D3AB412B16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88F4CF2F-8AD1-4662-8DE9-100BE4273998}" type="pres">
      <dgm:prSet presAssocID="{F514E209-10F3-4603-9865-6D3AB412B16D}" presName="spaceRect" presStyleCnt="0"/>
      <dgm:spPr/>
    </dgm:pt>
    <dgm:pt modelId="{C27AB339-D100-4480-B16A-B9E3DE84DBEE}" type="pres">
      <dgm:prSet presAssocID="{F514E209-10F3-4603-9865-6D3AB412B16D}" presName="parTx" presStyleLbl="revTx" presStyleIdx="1" presStyleCnt="4">
        <dgm:presLayoutVars>
          <dgm:chMax val="0"/>
          <dgm:chPref val="0"/>
        </dgm:presLayoutVars>
      </dgm:prSet>
      <dgm:spPr/>
    </dgm:pt>
    <dgm:pt modelId="{E286B42D-7B68-41A7-AEDA-3A0DBEF05EAC}" type="pres">
      <dgm:prSet presAssocID="{071FF9D7-EEC6-40BB-8070-39968D9F4B56}" presName="sibTrans" presStyleCnt="0"/>
      <dgm:spPr/>
    </dgm:pt>
    <dgm:pt modelId="{EB13BE8F-2CA2-4EFF-B704-5ABE6CD6CBB0}" type="pres">
      <dgm:prSet presAssocID="{3FF76F03-E8F5-40DE-BCB7-B2CC60934B21}" presName="compNode" presStyleCnt="0"/>
      <dgm:spPr/>
    </dgm:pt>
    <dgm:pt modelId="{BF045CF5-EF69-4666-8FFF-BABB53F8E112}" type="pres">
      <dgm:prSet presAssocID="{3FF76F03-E8F5-40DE-BCB7-B2CC60934B21}" presName="bgRect" presStyleLbl="bgShp" presStyleIdx="2" presStyleCnt="4"/>
      <dgm:spPr/>
    </dgm:pt>
    <dgm:pt modelId="{FA9454F5-6262-465E-B10D-F18E34F4206A}" type="pres">
      <dgm:prSet presAssocID="{3FF76F03-E8F5-40DE-BCB7-B2CC60934B2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ning"/>
        </a:ext>
      </dgm:extLst>
    </dgm:pt>
    <dgm:pt modelId="{D6BCCA7B-D380-4DAF-96C5-C6D5CE464F70}" type="pres">
      <dgm:prSet presAssocID="{3FF76F03-E8F5-40DE-BCB7-B2CC60934B21}" presName="spaceRect" presStyleCnt="0"/>
      <dgm:spPr/>
    </dgm:pt>
    <dgm:pt modelId="{FF0D5FF9-4BF4-4CC6-BF09-3669D32CA1D8}" type="pres">
      <dgm:prSet presAssocID="{3FF76F03-E8F5-40DE-BCB7-B2CC60934B21}" presName="parTx" presStyleLbl="revTx" presStyleIdx="2" presStyleCnt="4">
        <dgm:presLayoutVars>
          <dgm:chMax val="0"/>
          <dgm:chPref val="0"/>
        </dgm:presLayoutVars>
      </dgm:prSet>
      <dgm:spPr/>
    </dgm:pt>
    <dgm:pt modelId="{D7879489-CFB8-4199-A725-4BB0B22DDC30}" type="pres">
      <dgm:prSet presAssocID="{D101A580-B1BA-4E79-A93A-2A342C42F49D}" presName="sibTrans" presStyleCnt="0"/>
      <dgm:spPr/>
    </dgm:pt>
    <dgm:pt modelId="{48255FC3-4957-4C2C-9294-EAEC75CAF175}" type="pres">
      <dgm:prSet presAssocID="{925CC343-8C14-48C8-8CF5-0AD1FB35D008}" presName="compNode" presStyleCnt="0"/>
      <dgm:spPr/>
    </dgm:pt>
    <dgm:pt modelId="{C57A6C1B-F227-4B30-8706-733238705354}" type="pres">
      <dgm:prSet presAssocID="{925CC343-8C14-48C8-8CF5-0AD1FB35D008}" presName="bgRect" presStyleLbl="bgShp" presStyleIdx="3" presStyleCnt="4"/>
      <dgm:spPr/>
    </dgm:pt>
    <dgm:pt modelId="{E4C7C426-81C3-4499-A87F-6B2DF23459C0}" type="pres">
      <dgm:prSet presAssocID="{925CC343-8C14-48C8-8CF5-0AD1FB35D00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B1A9EA8C-EA7A-45B9-B7D2-040C79F182C1}" type="pres">
      <dgm:prSet presAssocID="{925CC343-8C14-48C8-8CF5-0AD1FB35D008}" presName="spaceRect" presStyleCnt="0"/>
      <dgm:spPr/>
    </dgm:pt>
    <dgm:pt modelId="{1E69C596-2128-4606-9FF0-E256C71569F8}" type="pres">
      <dgm:prSet presAssocID="{925CC343-8C14-48C8-8CF5-0AD1FB35D008}" presName="parTx" presStyleLbl="revTx" presStyleIdx="3" presStyleCnt="4">
        <dgm:presLayoutVars>
          <dgm:chMax val="0"/>
          <dgm:chPref val="0"/>
        </dgm:presLayoutVars>
      </dgm:prSet>
      <dgm:spPr/>
    </dgm:pt>
  </dgm:ptLst>
  <dgm:cxnLst>
    <dgm:cxn modelId="{8FB86F27-9638-4CD8-BCBC-AEFEAFA9C7A7}" type="presOf" srcId="{3FF76F03-E8F5-40DE-BCB7-B2CC60934B21}" destId="{FF0D5FF9-4BF4-4CC6-BF09-3669D32CA1D8}" srcOrd="0" destOrd="0" presId="urn:microsoft.com/office/officeart/2018/2/layout/IconVerticalSolidList"/>
    <dgm:cxn modelId="{E5726138-C28B-4576-877E-A54423130D06}" type="presOf" srcId="{31915389-99D5-498B-AB5F-3F5F63A3B365}" destId="{D231E8B3-74B8-4FA8-9815-F655D4FEF038}" srcOrd="0" destOrd="0" presId="urn:microsoft.com/office/officeart/2018/2/layout/IconVerticalSolidList"/>
    <dgm:cxn modelId="{DC063F3B-E4CB-4054-BBD0-9CCAE15DE4FD}" srcId="{31915389-99D5-498B-AB5F-3F5F63A3B365}" destId="{3FF76F03-E8F5-40DE-BCB7-B2CC60934B21}" srcOrd="2" destOrd="0" parTransId="{35A63277-2F4A-4B26-9701-8F204344A246}" sibTransId="{D101A580-B1BA-4E79-A93A-2A342C42F49D}"/>
    <dgm:cxn modelId="{3D6BCF3B-2A08-42F9-9846-D78DEC10B4F5}" srcId="{31915389-99D5-498B-AB5F-3F5F63A3B365}" destId="{925CC343-8C14-48C8-8CF5-0AD1FB35D008}" srcOrd="3" destOrd="0" parTransId="{41961E1C-45FB-40D3-9E80-D8332A486DF4}" sibTransId="{52FAC168-0D3A-4198-8E2B-4C028A519681}"/>
    <dgm:cxn modelId="{AA2C9667-914A-4D36-BED5-48E9A9960ADE}" srcId="{31915389-99D5-498B-AB5F-3F5F63A3B365}" destId="{F514E209-10F3-4603-9865-6D3AB412B16D}" srcOrd="1" destOrd="0" parTransId="{F4EAEDA8-95B9-4897-B03A-9614422D5827}" sibTransId="{071FF9D7-EEC6-40BB-8070-39968D9F4B56}"/>
    <dgm:cxn modelId="{217FC884-8FA3-43FC-BD55-748453D27A96}" srcId="{31915389-99D5-498B-AB5F-3F5F63A3B365}" destId="{6B0B9CE8-6FDC-44F6-B978-2AE9817FC1B4}" srcOrd="0" destOrd="0" parTransId="{B2099BAF-2D20-4147-B190-643D815F149C}" sibTransId="{B6C3FC59-22F5-476B-A03D-D29870675725}"/>
    <dgm:cxn modelId="{446368AE-6944-4BCC-9C3E-5A1DDC686656}" type="presOf" srcId="{6B0B9CE8-6FDC-44F6-B978-2AE9817FC1B4}" destId="{8430B564-8D43-4D64-A516-429D026910C4}" srcOrd="0" destOrd="0" presId="urn:microsoft.com/office/officeart/2018/2/layout/IconVerticalSolidList"/>
    <dgm:cxn modelId="{194414B1-74CF-471B-9C46-10637B66C956}" type="presOf" srcId="{925CC343-8C14-48C8-8CF5-0AD1FB35D008}" destId="{1E69C596-2128-4606-9FF0-E256C71569F8}" srcOrd="0" destOrd="0" presId="urn:microsoft.com/office/officeart/2018/2/layout/IconVerticalSolidList"/>
    <dgm:cxn modelId="{4C4E7AD9-5956-4761-917D-42F6BEBEB12B}" type="presOf" srcId="{F514E209-10F3-4603-9865-6D3AB412B16D}" destId="{C27AB339-D100-4480-B16A-B9E3DE84DBEE}" srcOrd="0" destOrd="0" presId="urn:microsoft.com/office/officeart/2018/2/layout/IconVerticalSolidList"/>
    <dgm:cxn modelId="{E0774E6C-D288-4830-89D0-DBBEC0B0B4EF}" type="presParOf" srcId="{D231E8B3-74B8-4FA8-9815-F655D4FEF038}" destId="{1513D6FA-7C15-4C71-9F07-A9E2AF923B2C}" srcOrd="0" destOrd="0" presId="urn:microsoft.com/office/officeart/2018/2/layout/IconVerticalSolidList"/>
    <dgm:cxn modelId="{11FAD7AE-02B9-4907-9B39-08AAE55740BC}" type="presParOf" srcId="{1513D6FA-7C15-4C71-9F07-A9E2AF923B2C}" destId="{DF0CEEBC-B37E-40F6-8D1D-8EF173E23D08}" srcOrd="0" destOrd="0" presId="urn:microsoft.com/office/officeart/2018/2/layout/IconVerticalSolidList"/>
    <dgm:cxn modelId="{4154117E-B115-47C8-98CA-25C06B84B53B}" type="presParOf" srcId="{1513D6FA-7C15-4C71-9F07-A9E2AF923B2C}" destId="{DC089E03-1A4D-49B6-8FEB-479D008DA0A4}" srcOrd="1" destOrd="0" presId="urn:microsoft.com/office/officeart/2018/2/layout/IconVerticalSolidList"/>
    <dgm:cxn modelId="{47E91098-24C2-4053-8A47-D765CE02955E}" type="presParOf" srcId="{1513D6FA-7C15-4C71-9F07-A9E2AF923B2C}" destId="{24E555E1-C7F6-4392-96FD-2678F62D1A91}" srcOrd="2" destOrd="0" presId="urn:microsoft.com/office/officeart/2018/2/layout/IconVerticalSolidList"/>
    <dgm:cxn modelId="{A6BF822F-FBC0-47D0-A096-27B6847A9986}" type="presParOf" srcId="{1513D6FA-7C15-4C71-9F07-A9E2AF923B2C}" destId="{8430B564-8D43-4D64-A516-429D026910C4}" srcOrd="3" destOrd="0" presId="urn:microsoft.com/office/officeart/2018/2/layout/IconVerticalSolidList"/>
    <dgm:cxn modelId="{38BCF785-B93B-4476-AB20-04DE0AA350CD}" type="presParOf" srcId="{D231E8B3-74B8-4FA8-9815-F655D4FEF038}" destId="{999BA6F6-6005-442C-9602-A96113D59461}" srcOrd="1" destOrd="0" presId="urn:microsoft.com/office/officeart/2018/2/layout/IconVerticalSolidList"/>
    <dgm:cxn modelId="{1B318307-7290-4BF4-B61B-A7852661E645}" type="presParOf" srcId="{D231E8B3-74B8-4FA8-9815-F655D4FEF038}" destId="{054D7608-1091-48E5-9C40-B7024D72530E}" srcOrd="2" destOrd="0" presId="urn:microsoft.com/office/officeart/2018/2/layout/IconVerticalSolidList"/>
    <dgm:cxn modelId="{09784FBA-9954-458D-AF2C-D6F9BDDD57EB}" type="presParOf" srcId="{054D7608-1091-48E5-9C40-B7024D72530E}" destId="{00B4E679-CA63-4CC9-B2BB-38780A93BF23}" srcOrd="0" destOrd="0" presId="urn:microsoft.com/office/officeart/2018/2/layout/IconVerticalSolidList"/>
    <dgm:cxn modelId="{4BC21127-6720-4F95-97AD-2AE878F6581C}" type="presParOf" srcId="{054D7608-1091-48E5-9C40-B7024D72530E}" destId="{024FB707-9373-4479-97DC-0507D7309633}" srcOrd="1" destOrd="0" presId="urn:microsoft.com/office/officeart/2018/2/layout/IconVerticalSolidList"/>
    <dgm:cxn modelId="{861C41B5-AB9D-45D0-BDBE-599CA34B34DE}" type="presParOf" srcId="{054D7608-1091-48E5-9C40-B7024D72530E}" destId="{88F4CF2F-8AD1-4662-8DE9-100BE4273998}" srcOrd="2" destOrd="0" presId="urn:microsoft.com/office/officeart/2018/2/layout/IconVerticalSolidList"/>
    <dgm:cxn modelId="{A5C93252-2287-432C-B45E-EA60BC2F57E8}" type="presParOf" srcId="{054D7608-1091-48E5-9C40-B7024D72530E}" destId="{C27AB339-D100-4480-B16A-B9E3DE84DBEE}" srcOrd="3" destOrd="0" presId="urn:microsoft.com/office/officeart/2018/2/layout/IconVerticalSolidList"/>
    <dgm:cxn modelId="{23C1D5AC-8806-4C29-BC31-573FD73B44DA}" type="presParOf" srcId="{D231E8B3-74B8-4FA8-9815-F655D4FEF038}" destId="{E286B42D-7B68-41A7-AEDA-3A0DBEF05EAC}" srcOrd="3" destOrd="0" presId="urn:microsoft.com/office/officeart/2018/2/layout/IconVerticalSolidList"/>
    <dgm:cxn modelId="{EB4EC002-EDF5-4593-8C0F-F640358DAC04}" type="presParOf" srcId="{D231E8B3-74B8-4FA8-9815-F655D4FEF038}" destId="{EB13BE8F-2CA2-4EFF-B704-5ABE6CD6CBB0}" srcOrd="4" destOrd="0" presId="urn:microsoft.com/office/officeart/2018/2/layout/IconVerticalSolidList"/>
    <dgm:cxn modelId="{89F4E50E-59E3-464E-A63E-7207934719D5}" type="presParOf" srcId="{EB13BE8F-2CA2-4EFF-B704-5ABE6CD6CBB0}" destId="{BF045CF5-EF69-4666-8FFF-BABB53F8E112}" srcOrd="0" destOrd="0" presId="urn:microsoft.com/office/officeart/2018/2/layout/IconVerticalSolidList"/>
    <dgm:cxn modelId="{D8C4CCD5-138E-44FE-B753-9379E9F803F4}" type="presParOf" srcId="{EB13BE8F-2CA2-4EFF-B704-5ABE6CD6CBB0}" destId="{FA9454F5-6262-465E-B10D-F18E34F4206A}" srcOrd="1" destOrd="0" presId="urn:microsoft.com/office/officeart/2018/2/layout/IconVerticalSolidList"/>
    <dgm:cxn modelId="{3FF5DC58-44BB-40E7-88A8-BDFC31BC2775}" type="presParOf" srcId="{EB13BE8F-2CA2-4EFF-B704-5ABE6CD6CBB0}" destId="{D6BCCA7B-D380-4DAF-96C5-C6D5CE464F70}" srcOrd="2" destOrd="0" presId="urn:microsoft.com/office/officeart/2018/2/layout/IconVerticalSolidList"/>
    <dgm:cxn modelId="{B0DE1B74-615D-41B5-9E92-064BAF9ED9B7}" type="presParOf" srcId="{EB13BE8F-2CA2-4EFF-B704-5ABE6CD6CBB0}" destId="{FF0D5FF9-4BF4-4CC6-BF09-3669D32CA1D8}" srcOrd="3" destOrd="0" presId="urn:microsoft.com/office/officeart/2018/2/layout/IconVerticalSolidList"/>
    <dgm:cxn modelId="{D7F34502-DCE3-40BE-A293-A11F3B55433A}" type="presParOf" srcId="{D231E8B3-74B8-4FA8-9815-F655D4FEF038}" destId="{D7879489-CFB8-4199-A725-4BB0B22DDC30}" srcOrd="5" destOrd="0" presId="urn:microsoft.com/office/officeart/2018/2/layout/IconVerticalSolidList"/>
    <dgm:cxn modelId="{FFBA6D5D-FCBF-474D-B88C-ECBBD2ABC172}" type="presParOf" srcId="{D231E8B3-74B8-4FA8-9815-F655D4FEF038}" destId="{48255FC3-4957-4C2C-9294-EAEC75CAF175}" srcOrd="6" destOrd="0" presId="urn:microsoft.com/office/officeart/2018/2/layout/IconVerticalSolidList"/>
    <dgm:cxn modelId="{2E8CA6B9-8498-4E42-B340-F3865D35EECF}" type="presParOf" srcId="{48255FC3-4957-4C2C-9294-EAEC75CAF175}" destId="{C57A6C1B-F227-4B30-8706-733238705354}" srcOrd="0" destOrd="0" presId="urn:microsoft.com/office/officeart/2018/2/layout/IconVerticalSolidList"/>
    <dgm:cxn modelId="{9C671D83-7441-4AA8-8831-89BA0BFBB048}" type="presParOf" srcId="{48255FC3-4957-4C2C-9294-EAEC75CAF175}" destId="{E4C7C426-81C3-4499-A87F-6B2DF23459C0}" srcOrd="1" destOrd="0" presId="urn:microsoft.com/office/officeart/2018/2/layout/IconVerticalSolidList"/>
    <dgm:cxn modelId="{61E82DA5-3163-41B9-8495-353657660801}" type="presParOf" srcId="{48255FC3-4957-4C2C-9294-EAEC75CAF175}" destId="{B1A9EA8C-EA7A-45B9-B7D2-040C79F182C1}" srcOrd="2" destOrd="0" presId="urn:microsoft.com/office/officeart/2018/2/layout/IconVerticalSolidList"/>
    <dgm:cxn modelId="{D4670DF8-3AA2-464F-99EC-2077E31D6A5B}" type="presParOf" srcId="{48255FC3-4957-4C2C-9294-EAEC75CAF175}" destId="{1E69C596-2128-4606-9FF0-E256C71569F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6D63AE6-B0F6-4F7C-939A-740F98A1BD9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F96484D-E996-4067-8441-2D9620D97217}">
      <dgm:prSet/>
      <dgm:spPr/>
      <dgm:t>
        <a:bodyPr/>
        <a:lstStyle/>
        <a:p>
          <a:r>
            <a:rPr lang="en-US"/>
            <a:t>General-purpose GPT-like models: broad reasoning but not QA-optimized.</a:t>
          </a:r>
        </a:p>
      </dgm:t>
    </dgm:pt>
    <dgm:pt modelId="{B3C5DACC-99C1-4493-8A1E-F029FF279CEB}" type="parTrans" cxnId="{D5D049FE-3616-4976-8C82-5E582AAF8093}">
      <dgm:prSet/>
      <dgm:spPr/>
      <dgm:t>
        <a:bodyPr/>
        <a:lstStyle/>
        <a:p>
          <a:endParaRPr lang="en-US"/>
        </a:p>
      </dgm:t>
    </dgm:pt>
    <dgm:pt modelId="{FBDAA77F-CB3F-4F0A-8CD1-5024000ADE19}" type="sibTrans" cxnId="{D5D049FE-3616-4976-8C82-5E582AAF8093}">
      <dgm:prSet/>
      <dgm:spPr/>
      <dgm:t>
        <a:bodyPr/>
        <a:lstStyle/>
        <a:p>
          <a:endParaRPr lang="en-US"/>
        </a:p>
      </dgm:t>
    </dgm:pt>
    <dgm:pt modelId="{BDB33C57-24EA-4B62-853C-10DEA2D8EC7E}">
      <dgm:prSet/>
      <dgm:spPr/>
      <dgm:t>
        <a:bodyPr/>
        <a:lstStyle/>
        <a:p>
          <a:r>
            <a:rPr lang="en-US"/>
            <a:t>QA-optimized models: trained on QA datasets; better grounding and accuracy.</a:t>
          </a:r>
        </a:p>
      </dgm:t>
    </dgm:pt>
    <dgm:pt modelId="{D8B7B94B-63BE-4067-B83E-7767EE3866E1}" type="parTrans" cxnId="{ABA26563-4C7D-406F-B1B9-EF6BA09D4DDC}">
      <dgm:prSet/>
      <dgm:spPr/>
      <dgm:t>
        <a:bodyPr/>
        <a:lstStyle/>
        <a:p>
          <a:endParaRPr lang="en-US"/>
        </a:p>
      </dgm:t>
    </dgm:pt>
    <dgm:pt modelId="{DE9EAE14-2934-413A-8ADC-4CB86A4BD49B}" type="sibTrans" cxnId="{ABA26563-4C7D-406F-B1B9-EF6BA09D4DDC}">
      <dgm:prSet/>
      <dgm:spPr/>
      <dgm:t>
        <a:bodyPr/>
        <a:lstStyle/>
        <a:p>
          <a:endParaRPr lang="en-US"/>
        </a:p>
      </dgm:t>
    </dgm:pt>
    <dgm:pt modelId="{57923A47-BA7C-45C1-82D2-99BA55DBA23F}">
      <dgm:prSet/>
      <dgm:spPr/>
      <dgm:t>
        <a:bodyPr/>
        <a:lstStyle/>
        <a:p>
          <a:r>
            <a:rPr lang="en-US"/>
            <a:t>Domain-specific models: tuned for legal, medical, financial, or technical content.</a:t>
          </a:r>
        </a:p>
      </dgm:t>
    </dgm:pt>
    <dgm:pt modelId="{E32F03CB-D301-4ED6-B0E0-96AA0EB71F3C}" type="parTrans" cxnId="{2BFB8029-C7D2-4D11-BB51-CF0ADCEB2B8D}">
      <dgm:prSet/>
      <dgm:spPr/>
      <dgm:t>
        <a:bodyPr/>
        <a:lstStyle/>
        <a:p>
          <a:endParaRPr lang="en-US"/>
        </a:p>
      </dgm:t>
    </dgm:pt>
    <dgm:pt modelId="{FDE46A0B-73AE-43E0-AF49-6D67C93F984A}" type="sibTrans" cxnId="{2BFB8029-C7D2-4D11-BB51-CF0ADCEB2B8D}">
      <dgm:prSet/>
      <dgm:spPr/>
      <dgm:t>
        <a:bodyPr/>
        <a:lstStyle/>
        <a:p>
          <a:endParaRPr lang="en-US"/>
        </a:p>
      </dgm:t>
    </dgm:pt>
    <dgm:pt modelId="{22F5F8E6-3B52-D44E-B23A-2984D8DA2D0C}" type="pres">
      <dgm:prSet presAssocID="{46D63AE6-B0F6-4F7C-939A-740F98A1BD9A}" presName="vert0" presStyleCnt="0">
        <dgm:presLayoutVars>
          <dgm:dir/>
          <dgm:animOne val="branch"/>
          <dgm:animLvl val="lvl"/>
        </dgm:presLayoutVars>
      </dgm:prSet>
      <dgm:spPr/>
    </dgm:pt>
    <dgm:pt modelId="{7FF7BA0C-86C0-C147-9BE7-CAC8925DDC78}" type="pres">
      <dgm:prSet presAssocID="{AF96484D-E996-4067-8441-2D9620D97217}" presName="thickLine" presStyleLbl="alignNode1" presStyleIdx="0" presStyleCnt="3"/>
      <dgm:spPr/>
    </dgm:pt>
    <dgm:pt modelId="{830141E4-B233-5747-961A-745DD62F9EAE}" type="pres">
      <dgm:prSet presAssocID="{AF96484D-E996-4067-8441-2D9620D97217}" presName="horz1" presStyleCnt="0"/>
      <dgm:spPr/>
    </dgm:pt>
    <dgm:pt modelId="{F30ABFD5-02EF-0849-93E2-75840DEE5F68}" type="pres">
      <dgm:prSet presAssocID="{AF96484D-E996-4067-8441-2D9620D97217}" presName="tx1" presStyleLbl="revTx" presStyleIdx="0" presStyleCnt="3"/>
      <dgm:spPr/>
    </dgm:pt>
    <dgm:pt modelId="{2DA66BDB-E13F-674A-B115-FBF058542E47}" type="pres">
      <dgm:prSet presAssocID="{AF96484D-E996-4067-8441-2D9620D97217}" presName="vert1" presStyleCnt="0"/>
      <dgm:spPr/>
    </dgm:pt>
    <dgm:pt modelId="{3ABDDE58-AA62-CE47-A5C4-616C9F2057FB}" type="pres">
      <dgm:prSet presAssocID="{BDB33C57-24EA-4B62-853C-10DEA2D8EC7E}" presName="thickLine" presStyleLbl="alignNode1" presStyleIdx="1" presStyleCnt="3"/>
      <dgm:spPr/>
    </dgm:pt>
    <dgm:pt modelId="{A3163CC2-E0F4-1146-98CE-D046BF9AC459}" type="pres">
      <dgm:prSet presAssocID="{BDB33C57-24EA-4B62-853C-10DEA2D8EC7E}" presName="horz1" presStyleCnt="0"/>
      <dgm:spPr/>
    </dgm:pt>
    <dgm:pt modelId="{0F187027-ABDE-ED4D-B5B8-E1A209537A5C}" type="pres">
      <dgm:prSet presAssocID="{BDB33C57-24EA-4B62-853C-10DEA2D8EC7E}" presName="tx1" presStyleLbl="revTx" presStyleIdx="1" presStyleCnt="3"/>
      <dgm:spPr/>
    </dgm:pt>
    <dgm:pt modelId="{439F3F36-2886-6E4D-BBB4-810728640717}" type="pres">
      <dgm:prSet presAssocID="{BDB33C57-24EA-4B62-853C-10DEA2D8EC7E}" presName="vert1" presStyleCnt="0"/>
      <dgm:spPr/>
    </dgm:pt>
    <dgm:pt modelId="{E0786F2B-3848-2F4B-8F54-8854C8E2C86F}" type="pres">
      <dgm:prSet presAssocID="{57923A47-BA7C-45C1-82D2-99BA55DBA23F}" presName="thickLine" presStyleLbl="alignNode1" presStyleIdx="2" presStyleCnt="3"/>
      <dgm:spPr/>
    </dgm:pt>
    <dgm:pt modelId="{F30C95BF-85B9-834A-8230-8A433E88D064}" type="pres">
      <dgm:prSet presAssocID="{57923A47-BA7C-45C1-82D2-99BA55DBA23F}" presName="horz1" presStyleCnt="0"/>
      <dgm:spPr/>
    </dgm:pt>
    <dgm:pt modelId="{93DE8AFF-A4ED-864E-85D6-D05352348190}" type="pres">
      <dgm:prSet presAssocID="{57923A47-BA7C-45C1-82D2-99BA55DBA23F}" presName="tx1" presStyleLbl="revTx" presStyleIdx="2" presStyleCnt="3"/>
      <dgm:spPr/>
    </dgm:pt>
    <dgm:pt modelId="{ADB001DA-8C68-4D42-8BD7-D56F815006C3}" type="pres">
      <dgm:prSet presAssocID="{57923A47-BA7C-45C1-82D2-99BA55DBA23F}" presName="vert1" presStyleCnt="0"/>
      <dgm:spPr/>
    </dgm:pt>
  </dgm:ptLst>
  <dgm:cxnLst>
    <dgm:cxn modelId="{2BFB8029-C7D2-4D11-BB51-CF0ADCEB2B8D}" srcId="{46D63AE6-B0F6-4F7C-939A-740F98A1BD9A}" destId="{57923A47-BA7C-45C1-82D2-99BA55DBA23F}" srcOrd="2" destOrd="0" parTransId="{E32F03CB-D301-4ED6-B0E0-96AA0EB71F3C}" sibTransId="{FDE46A0B-73AE-43E0-AF49-6D67C93F984A}"/>
    <dgm:cxn modelId="{ABA26563-4C7D-406F-B1B9-EF6BA09D4DDC}" srcId="{46D63AE6-B0F6-4F7C-939A-740F98A1BD9A}" destId="{BDB33C57-24EA-4B62-853C-10DEA2D8EC7E}" srcOrd="1" destOrd="0" parTransId="{D8B7B94B-63BE-4067-B83E-7767EE3866E1}" sibTransId="{DE9EAE14-2934-413A-8ADC-4CB86A4BD49B}"/>
    <dgm:cxn modelId="{C8C86A65-151D-2640-9581-6ED96A700EA1}" type="presOf" srcId="{BDB33C57-24EA-4B62-853C-10DEA2D8EC7E}" destId="{0F187027-ABDE-ED4D-B5B8-E1A209537A5C}" srcOrd="0" destOrd="0" presId="urn:microsoft.com/office/officeart/2008/layout/LinedList"/>
    <dgm:cxn modelId="{3D77A1CC-083C-9047-8FC7-4F1DCEE7B0A3}" type="presOf" srcId="{AF96484D-E996-4067-8441-2D9620D97217}" destId="{F30ABFD5-02EF-0849-93E2-75840DEE5F68}" srcOrd="0" destOrd="0" presId="urn:microsoft.com/office/officeart/2008/layout/LinedList"/>
    <dgm:cxn modelId="{653DFDD9-3054-3B4B-9B68-ED5E941CC30A}" type="presOf" srcId="{46D63AE6-B0F6-4F7C-939A-740F98A1BD9A}" destId="{22F5F8E6-3B52-D44E-B23A-2984D8DA2D0C}" srcOrd="0" destOrd="0" presId="urn:microsoft.com/office/officeart/2008/layout/LinedList"/>
    <dgm:cxn modelId="{216432F4-E060-B24C-9042-CAA340E1D14E}" type="presOf" srcId="{57923A47-BA7C-45C1-82D2-99BA55DBA23F}" destId="{93DE8AFF-A4ED-864E-85D6-D05352348190}" srcOrd="0" destOrd="0" presId="urn:microsoft.com/office/officeart/2008/layout/LinedList"/>
    <dgm:cxn modelId="{D5D049FE-3616-4976-8C82-5E582AAF8093}" srcId="{46D63AE6-B0F6-4F7C-939A-740F98A1BD9A}" destId="{AF96484D-E996-4067-8441-2D9620D97217}" srcOrd="0" destOrd="0" parTransId="{B3C5DACC-99C1-4493-8A1E-F029FF279CEB}" sibTransId="{FBDAA77F-CB3F-4F0A-8CD1-5024000ADE19}"/>
    <dgm:cxn modelId="{6B1BC218-B85E-584B-8192-1DC7143C209C}" type="presParOf" srcId="{22F5F8E6-3B52-D44E-B23A-2984D8DA2D0C}" destId="{7FF7BA0C-86C0-C147-9BE7-CAC8925DDC78}" srcOrd="0" destOrd="0" presId="urn:microsoft.com/office/officeart/2008/layout/LinedList"/>
    <dgm:cxn modelId="{84409F49-D0A2-BD49-9472-B84FA2628EA5}" type="presParOf" srcId="{22F5F8E6-3B52-D44E-B23A-2984D8DA2D0C}" destId="{830141E4-B233-5747-961A-745DD62F9EAE}" srcOrd="1" destOrd="0" presId="urn:microsoft.com/office/officeart/2008/layout/LinedList"/>
    <dgm:cxn modelId="{C3A41460-8FF9-204A-8319-7C64C2914777}" type="presParOf" srcId="{830141E4-B233-5747-961A-745DD62F9EAE}" destId="{F30ABFD5-02EF-0849-93E2-75840DEE5F68}" srcOrd="0" destOrd="0" presId="urn:microsoft.com/office/officeart/2008/layout/LinedList"/>
    <dgm:cxn modelId="{B7CF537A-DD78-4B44-B1E7-5F9DB935B596}" type="presParOf" srcId="{830141E4-B233-5747-961A-745DD62F9EAE}" destId="{2DA66BDB-E13F-674A-B115-FBF058542E47}" srcOrd="1" destOrd="0" presId="urn:microsoft.com/office/officeart/2008/layout/LinedList"/>
    <dgm:cxn modelId="{8814BC79-3CED-264B-A47A-B95511104D9F}" type="presParOf" srcId="{22F5F8E6-3B52-D44E-B23A-2984D8DA2D0C}" destId="{3ABDDE58-AA62-CE47-A5C4-616C9F2057FB}" srcOrd="2" destOrd="0" presId="urn:microsoft.com/office/officeart/2008/layout/LinedList"/>
    <dgm:cxn modelId="{CDE3E263-29EE-2042-91F1-40BB017E37A8}" type="presParOf" srcId="{22F5F8E6-3B52-D44E-B23A-2984D8DA2D0C}" destId="{A3163CC2-E0F4-1146-98CE-D046BF9AC459}" srcOrd="3" destOrd="0" presId="urn:microsoft.com/office/officeart/2008/layout/LinedList"/>
    <dgm:cxn modelId="{922D0CD1-C79B-9D46-A363-98CDCC1E77A8}" type="presParOf" srcId="{A3163CC2-E0F4-1146-98CE-D046BF9AC459}" destId="{0F187027-ABDE-ED4D-B5B8-E1A209537A5C}" srcOrd="0" destOrd="0" presId="urn:microsoft.com/office/officeart/2008/layout/LinedList"/>
    <dgm:cxn modelId="{06369987-73E9-B046-9944-B638BFF9F337}" type="presParOf" srcId="{A3163CC2-E0F4-1146-98CE-D046BF9AC459}" destId="{439F3F36-2886-6E4D-BBB4-810728640717}" srcOrd="1" destOrd="0" presId="urn:microsoft.com/office/officeart/2008/layout/LinedList"/>
    <dgm:cxn modelId="{BB6B8A33-5AE5-134E-B0B2-79C2981433C5}" type="presParOf" srcId="{22F5F8E6-3B52-D44E-B23A-2984D8DA2D0C}" destId="{E0786F2B-3848-2F4B-8F54-8854C8E2C86F}" srcOrd="4" destOrd="0" presId="urn:microsoft.com/office/officeart/2008/layout/LinedList"/>
    <dgm:cxn modelId="{3F1A5E62-0AF9-794C-8430-483DDE049025}" type="presParOf" srcId="{22F5F8E6-3B52-D44E-B23A-2984D8DA2D0C}" destId="{F30C95BF-85B9-834A-8230-8A433E88D064}" srcOrd="5" destOrd="0" presId="urn:microsoft.com/office/officeart/2008/layout/LinedList"/>
    <dgm:cxn modelId="{CBA8CD70-0444-9742-90E7-FF0EBCF9B76C}" type="presParOf" srcId="{F30C95BF-85B9-834A-8230-8A433E88D064}" destId="{93DE8AFF-A4ED-864E-85D6-D05352348190}" srcOrd="0" destOrd="0" presId="urn:microsoft.com/office/officeart/2008/layout/LinedList"/>
    <dgm:cxn modelId="{0505E86E-A65F-BE4E-8494-382438714551}" type="presParOf" srcId="{F30C95BF-85B9-834A-8230-8A433E88D064}" destId="{ADB001DA-8C68-4D42-8BD7-D56F815006C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F902326-D671-4C4A-9B39-F43F133FC82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1A98CD-E12E-43CD-B397-78F1B5E13E48}">
      <dgm:prSet/>
      <dgm:spPr/>
      <dgm:t>
        <a:bodyPr/>
        <a:lstStyle/>
        <a:p>
          <a:r>
            <a:rPr lang="en-US"/>
            <a:t>QA models locate relevant information in provided text.</a:t>
          </a:r>
        </a:p>
      </dgm:t>
    </dgm:pt>
    <dgm:pt modelId="{0A0D5602-E0EE-4788-8A6C-4E28D2B21B11}" type="parTrans" cxnId="{8B9C2AF8-E2B2-447F-9839-99B8D69F3638}">
      <dgm:prSet/>
      <dgm:spPr/>
      <dgm:t>
        <a:bodyPr/>
        <a:lstStyle/>
        <a:p>
          <a:endParaRPr lang="en-US"/>
        </a:p>
      </dgm:t>
    </dgm:pt>
    <dgm:pt modelId="{33AD1ECE-FCE5-4029-B293-A7D20A41E355}" type="sibTrans" cxnId="{8B9C2AF8-E2B2-447F-9839-99B8D69F3638}">
      <dgm:prSet/>
      <dgm:spPr/>
      <dgm:t>
        <a:bodyPr/>
        <a:lstStyle/>
        <a:p>
          <a:endParaRPr lang="en-US"/>
        </a:p>
      </dgm:t>
    </dgm:pt>
    <dgm:pt modelId="{AA347D42-F41C-4B8A-9EDC-B600A340B026}">
      <dgm:prSet/>
      <dgm:spPr/>
      <dgm:t>
        <a:bodyPr/>
        <a:lstStyle/>
        <a:p>
          <a:r>
            <a:rPr lang="en-US"/>
            <a:t>They avoid answering when context is missing.</a:t>
          </a:r>
        </a:p>
      </dgm:t>
    </dgm:pt>
    <dgm:pt modelId="{A056F133-889E-4034-BB00-D20FCA760CA5}" type="parTrans" cxnId="{7A43C8B0-36D2-44E7-AE97-1F60931D5BCF}">
      <dgm:prSet/>
      <dgm:spPr/>
      <dgm:t>
        <a:bodyPr/>
        <a:lstStyle/>
        <a:p>
          <a:endParaRPr lang="en-US"/>
        </a:p>
      </dgm:t>
    </dgm:pt>
    <dgm:pt modelId="{DCB0CB21-695D-4920-AAC3-60C0FE183DBB}" type="sibTrans" cxnId="{7A43C8B0-36D2-44E7-AE97-1F60931D5BCF}">
      <dgm:prSet/>
      <dgm:spPr/>
      <dgm:t>
        <a:bodyPr/>
        <a:lstStyle/>
        <a:p>
          <a:endParaRPr lang="en-US"/>
        </a:p>
      </dgm:t>
    </dgm:pt>
    <dgm:pt modelId="{F89D01BA-B464-464E-9904-771AFB290074}">
      <dgm:prSet/>
      <dgm:spPr/>
      <dgm:t>
        <a:bodyPr/>
        <a:lstStyle/>
        <a:p>
          <a:r>
            <a:rPr lang="en-US"/>
            <a:t>They follow grounding rules and reduce hallucinations.</a:t>
          </a:r>
        </a:p>
      </dgm:t>
    </dgm:pt>
    <dgm:pt modelId="{D2733122-8107-405B-887E-F4A343529163}" type="parTrans" cxnId="{1206F51D-1A42-49A6-B100-723ACB716E81}">
      <dgm:prSet/>
      <dgm:spPr/>
      <dgm:t>
        <a:bodyPr/>
        <a:lstStyle/>
        <a:p>
          <a:endParaRPr lang="en-US"/>
        </a:p>
      </dgm:t>
    </dgm:pt>
    <dgm:pt modelId="{C8B3985C-463D-432E-99BA-4B8176F9C857}" type="sibTrans" cxnId="{1206F51D-1A42-49A6-B100-723ACB716E81}">
      <dgm:prSet/>
      <dgm:spPr/>
      <dgm:t>
        <a:bodyPr/>
        <a:lstStyle/>
        <a:p>
          <a:endParaRPr lang="en-US"/>
        </a:p>
      </dgm:t>
    </dgm:pt>
    <dgm:pt modelId="{D7EDB4C1-E1DE-4FE5-9ED1-F5A0A3CD0F15}">
      <dgm:prSet/>
      <dgm:spPr/>
      <dgm:t>
        <a:bodyPr/>
        <a:lstStyle/>
        <a:p>
          <a:r>
            <a:rPr lang="en-US"/>
            <a:t>Improve accuracy, reliability, and user trust.</a:t>
          </a:r>
        </a:p>
      </dgm:t>
    </dgm:pt>
    <dgm:pt modelId="{AE9299D5-8D19-43EF-8F09-16E2EC3965A2}" type="parTrans" cxnId="{EAA855F6-8E3F-4A51-A4E8-3A8B4DAB26BB}">
      <dgm:prSet/>
      <dgm:spPr/>
      <dgm:t>
        <a:bodyPr/>
        <a:lstStyle/>
        <a:p>
          <a:endParaRPr lang="en-US"/>
        </a:p>
      </dgm:t>
    </dgm:pt>
    <dgm:pt modelId="{842B6C51-8F9F-40D6-80AE-06CA8839A7F4}" type="sibTrans" cxnId="{EAA855F6-8E3F-4A51-A4E8-3A8B4DAB26BB}">
      <dgm:prSet/>
      <dgm:spPr/>
      <dgm:t>
        <a:bodyPr/>
        <a:lstStyle/>
        <a:p>
          <a:endParaRPr lang="en-US"/>
        </a:p>
      </dgm:t>
    </dgm:pt>
    <dgm:pt modelId="{FA2460A0-9CEB-4F98-A45F-74A73BB3A2A9}" type="pres">
      <dgm:prSet presAssocID="{6F902326-D671-4C4A-9B39-F43F133FC82E}" presName="root" presStyleCnt="0">
        <dgm:presLayoutVars>
          <dgm:dir/>
          <dgm:resizeHandles val="exact"/>
        </dgm:presLayoutVars>
      </dgm:prSet>
      <dgm:spPr/>
    </dgm:pt>
    <dgm:pt modelId="{25ECAF29-D720-44C9-BAE2-0FB83E6D65DB}" type="pres">
      <dgm:prSet presAssocID="{9F1A98CD-E12E-43CD-B397-78F1B5E13E48}" presName="compNode" presStyleCnt="0"/>
      <dgm:spPr/>
    </dgm:pt>
    <dgm:pt modelId="{B9498E97-B58F-4D7C-9364-E04C14C64CC7}" type="pres">
      <dgm:prSet presAssocID="{9F1A98CD-E12E-43CD-B397-78F1B5E13E48}" presName="bgRect" presStyleLbl="bgShp" presStyleIdx="0" presStyleCnt="4"/>
      <dgm:spPr/>
    </dgm:pt>
    <dgm:pt modelId="{D20DBDC9-A5B3-4A01-BE2C-C506E8C3FE12}" type="pres">
      <dgm:prSet presAssocID="{9F1A98CD-E12E-43CD-B397-78F1B5E13E4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search"/>
        </a:ext>
      </dgm:extLst>
    </dgm:pt>
    <dgm:pt modelId="{6E468EA5-2308-4592-8E12-DEB7A5DECF04}" type="pres">
      <dgm:prSet presAssocID="{9F1A98CD-E12E-43CD-B397-78F1B5E13E48}" presName="spaceRect" presStyleCnt="0"/>
      <dgm:spPr/>
    </dgm:pt>
    <dgm:pt modelId="{CE7C9432-B49C-4E5F-872B-C48750D3411D}" type="pres">
      <dgm:prSet presAssocID="{9F1A98CD-E12E-43CD-B397-78F1B5E13E48}" presName="parTx" presStyleLbl="revTx" presStyleIdx="0" presStyleCnt="4">
        <dgm:presLayoutVars>
          <dgm:chMax val="0"/>
          <dgm:chPref val="0"/>
        </dgm:presLayoutVars>
      </dgm:prSet>
      <dgm:spPr/>
    </dgm:pt>
    <dgm:pt modelId="{D479CF8E-FC79-4D96-AA91-E49DAF2797B4}" type="pres">
      <dgm:prSet presAssocID="{33AD1ECE-FCE5-4029-B293-A7D20A41E355}" presName="sibTrans" presStyleCnt="0"/>
      <dgm:spPr/>
    </dgm:pt>
    <dgm:pt modelId="{5C8DB1CC-B80D-4AEA-85CA-25CF6560E854}" type="pres">
      <dgm:prSet presAssocID="{AA347D42-F41C-4B8A-9EDC-B600A340B026}" presName="compNode" presStyleCnt="0"/>
      <dgm:spPr/>
    </dgm:pt>
    <dgm:pt modelId="{F616C840-613B-4D8F-ADAB-CD61E89A9CE0}" type="pres">
      <dgm:prSet presAssocID="{AA347D42-F41C-4B8A-9EDC-B600A340B026}" presName="bgRect" presStyleLbl="bgShp" presStyleIdx="1" presStyleCnt="4"/>
      <dgm:spPr/>
    </dgm:pt>
    <dgm:pt modelId="{0B5F3ECA-62E9-4687-9E32-AD41353AF7CA}" type="pres">
      <dgm:prSet presAssocID="{AA347D42-F41C-4B8A-9EDC-B600A340B02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007F2C9E-F6C0-4787-B966-DD4BE20682F0}" type="pres">
      <dgm:prSet presAssocID="{AA347D42-F41C-4B8A-9EDC-B600A340B026}" presName="spaceRect" presStyleCnt="0"/>
      <dgm:spPr/>
    </dgm:pt>
    <dgm:pt modelId="{77E30DBC-DE60-480B-8FEA-3BD8975BF6BE}" type="pres">
      <dgm:prSet presAssocID="{AA347D42-F41C-4B8A-9EDC-B600A340B026}" presName="parTx" presStyleLbl="revTx" presStyleIdx="1" presStyleCnt="4">
        <dgm:presLayoutVars>
          <dgm:chMax val="0"/>
          <dgm:chPref val="0"/>
        </dgm:presLayoutVars>
      </dgm:prSet>
      <dgm:spPr/>
    </dgm:pt>
    <dgm:pt modelId="{859A549B-ABBB-4C22-8441-0E23FF83BFBC}" type="pres">
      <dgm:prSet presAssocID="{DCB0CB21-695D-4920-AAC3-60C0FE183DBB}" presName="sibTrans" presStyleCnt="0"/>
      <dgm:spPr/>
    </dgm:pt>
    <dgm:pt modelId="{9CCB3C58-9912-4D9A-82A6-FF178FA401F9}" type="pres">
      <dgm:prSet presAssocID="{F89D01BA-B464-464E-9904-771AFB290074}" presName="compNode" presStyleCnt="0"/>
      <dgm:spPr/>
    </dgm:pt>
    <dgm:pt modelId="{0D930293-77B4-4899-BACC-725464B34649}" type="pres">
      <dgm:prSet presAssocID="{F89D01BA-B464-464E-9904-771AFB290074}" presName="bgRect" presStyleLbl="bgShp" presStyleIdx="2" presStyleCnt="4"/>
      <dgm:spPr/>
    </dgm:pt>
    <dgm:pt modelId="{E6B2647B-1DD1-4307-9466-0390B2E002CC}" type="pres">
      <dgm:prSet presAssocID="{F89D01BA-B464-464E-9904-771AFB29007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0975C0F1-876A-49D6-A3C9-92063C464E69}" type="pres">
      <dgm:prSet presAssocID="{F89D01BA-B464-464E-9904-771AFB290074}" presName="spaceRect" presStyleCnt="0"/>
      <dgm:spPr/>
    </dgm:pt>
    <dgm:pt modelId="{CD38D9D4-61F0-4AE1-94A0-09EB6F396C75}" type="pres">
      <dgm:prSet presAssocID="{F89D01BA-B464-464E-9904-771AFB290074}" presName="parTx" presStyleLbl="revTx" presStyleIdx="2" presStyleCnt="4">
        <dgm:presLayoutVars>
          <dgm:chMax val="0"/>
          <dgm:chPref val="0"/>
        </dgm:presLayoutVars>
      </dgm:prSet>
      <dgm:spPr/>
    </dgm:pt>
    <dgm:pt modelId="{B9CFBF14-9316-4E04-BA68-4F2BCFD4DBB5}" type="pres">
      <dgm:prSet presAssocID="{C8B3985C-463D-432E-99BA-4B8176F9C857}" presName="sibTrans" presStyleCnt="0"/>
      <dgm:spPr/>
    </dgm:pt>
    <dgm:pt modelId="{A0B088BE-0133-49B8-949E-AF139E50B421}" type="pres">
      <dgm:prSet presAssocID="{D7EDB4C1-E1DE-4FE5-9ED1-F5A0A3CD0F15}" presName="compNode" presStyleCnt="0"/>
      <dgm:spPr/>
    </dgm:pt>
    <dgm:pt modelId="{E6A4DE46-BD32-4A94-B858-F5C4D5D8DF9D}" type="pres">
      <dgm:prSet presAssocID="{D7EDB4C1-E1DE-4FE5-9ED1-F5A0A3CD0F15}" presName="bgRect" presStyleLbl="bgShp" presStyleIdx="3" presStyleCnt="4"/>
      <dgm:spPr/>
    </dgm:pt>
    <dgm:pt modelId="{91E2081B-B820-4951-8776-DAB6C1F2DBDE}" type="pres">
      <dgm:prSet presAssocID="{D7EDB4C1-E1DE-4FE5-9ED1-F5A0A3CD0F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ext>
      </dgm:extLst>
    </dgm:pt>
    <dgm:pt modelId="{4719A74C-3D9C-4BA8-BCE0-D3C50F172AEB}" type="pres">
      <dgm:prSet presAssocID="{D7EDB4C1-E1DE-4FE5-9ED1-F5A0A3CD0F15}" presName="spaceRect" presStyleCnt="0"/>
      <dgm:spPr/>
    </dgm:pt>
    <dgm:pt modelId="{9E620B74-F262-433C-9C17-8DF962217EC8}" type="pres">
      <dgm:prSet presAssocID="{D7EDB4C1-E1DE-4FE5-9ED1-F5A0A3CD0F15}" presName="parTx" presStyleLbl="revTx" presStyleIdx="3" presStyleCnt="4">
        <dgm:presLayoutVars>
          <dgm:chMax val="0"/>
          <dgm:chPref val="0"/>
        </dgm:presLayoutVars>
      </dgm:prSet>
      <dgm:spPr/>
    </dgm:pt>
  </dgm:ptLst>
  <dgm:cxnLst>
    <dgm:cxn modelId="{1206F51D-1A42-49A6-B100-723ACB716E81}" srcId="{6F902326-D671-4C4A-9B39-F43F133FC82E}" destId="{F89D01BA-B464-464E-9904-771AFB290074}" srcOrd="2" destOrd="0" parTransId="{D2733122-8107-405B-887E-F4A343529163}" sibTransId="{C8B3985C-463D-432E-99BA-4B8176F9C857}"/>
    <dgm:cxn modelId="{E7711942-92A2-4FBA-B557-CB1DE77C661F}" type="presOf" srcId="{6F902326-D671-4C4A-9B39-F43F133FC82E}" destId="{FA2460A0-9CEB-4F98-A45F-74A73BB3A2A9}" srcOrd="0" destOrd="0" presId="urn:microsoft.com/office/officeart/2018/2/layout/IconVerticalSolidList"/>
    <dgm:cxn modelId="{F5431E44-2F11-4E4F-95D8-FA56ABE0B4E2}" type="presOf" srcId="{D7EDB4C1-E1DE-4FE5-9ED1-F5A0A3CD0F15}" destId="{9E620B74-F262-433C-9C17-8DF962217EC8}" srcOrd="0" destOrd="0" presId="urn:microsoft.com/office/officeart/2018/2/layout/IconVerticalSolidList"/>
    <dgm:cxn modelId="{E187C981-7F61-4F92-A3E1-FD57D42D72E0}" type="presOf" srcId="{AA347D42-F41C-4B8A-9EDC-B600A340B026}" destId="{77E30DBC-DE60-480B-8FEA-3BD8975BF6BE}" srcOrd="0" destOrd="0" presId="urn:microsoft.com/office/officeart/2018/2/layout/IconVerticalSolidList"/>
    <dgm:cxn modelId="{A991F39F-A2BD-4005-8ADF-998B1392601B}" type="presOf" srcId="{F89D01BA-B464-464E-9904-771AFB290074}" destId="{CD38D9D4-61F0-4AE1-94A0-09EB6F396C75}" srcOrd="0" destOrd="0" presId="urn:microsoft.com/office/officeart/2018/2/layout/IconVerticalSolidList"/>
    <dgm:cxn modelId="{992330AA-CE55-4353-B37F-BBA906D30BDF}" type="presOf" srcId="{9F1A98CD-E12E-43CD-B397-78F1B5E13E48}" destId="{CE7C9432-B49C-4E5F-872B-C48750D3411D}" srcOrd="0" destOrd="0" presId="urn:microsoft.com/office/officeart/2018/2/layout/IconVerticalSolidList"/>
    <dgm:cxn modelId="{7A43C8B0-36D2-44E7-AE97-1F60931D5BCF}" srcId="{6F902326-D671-4C4A-9B39-F43F133FC82E}" destId="{AA347D42-F41C-4B8A-9EDC-B600A340B026}" srcOrd="1" destOrd="0" parTransId="{A056F133-889E-4034-BB00-D20FCA760CA5}" sibTransId="{DCB0CB21-695D-4920-AAC3-60C0FE183DBB}"/>
    <dgm:cxn modelId="{EAA855F6-8E3F-4A51-A4E8-3A8B4DAB26BB}" srcId="{6F902326-D671-4C4A-9B39-F43F133FC82E}" destId="{D7EDB4C1-E1DE-4FE5-9ED1-F5A0A3CD0F15}" srcOrd="3" destOrd="0" parTransId="{AE9299D5-8D19-43EF-8F09-16E2EC3965A2}" sibTransId="{842B6C51-8F9F-40D6-80AE-06CA8839A7F4}"/>
    <dgm:cxn modelId="{8B9C2AF8-E2B2-447F-9839-99B8D69F3638}" srcId="{6F902326-D671-4C4A-9B39-F43F133FC82E}" destId="{9F1A98CD-E12E-43CD-B397-78F1B5E13E48}" srcOrd="0" destOrd="0" parTransId="{0A0D5602-E0EE-4788-8A6C-4E28D2B21B11}" sibTransId="{33AD1ECE-FCE5-4029-B293-A7D20A41E355}"/>
    <dgm:cxn modelId="{DAB0A032-6C93-42F7-A7C2-57058F8AD73B}" type="presParOf" srcId="{FA2460A0-9CEB-4F98-A45F-74A73BB3A2A9}" destId="{25ECAF29-D720-44C9-BAE2-0FB83E6D65DB}" srcOrd="0" destOrd="0" presId="urn:microsoft.com/office/officeart/2018/2/layout/IconVerticalSolidList"/>
    <dgm:cxn modelId="{0002BBE8-6499-4DC1-8004-A42EC863A344}" type="presParOf" srcId="{25ECAF29-D720-44C9-BAE2-0FB83E6D65DB}" destId="{B9498E97-B58F-4D7C-9364-E04C14C64CC7}" srcOrd="0" destOrd="0" presId="urn:microsoft.com/office/officeart/2018/2/layout/IconVerticalSolidList"/>
    <dgm:cxn modelId="{6DDF7229-FCB2-4718-94A2-1F288F2F3417}" type="presParOf" srcId="{25ECAF29-D720-44C9-BAE2-0FB83E6D65DB}" destId="{D20DBDC9-A5B3-4A01-BE2C-C506E8C3FE12}" srcOrd="1" destOrd="0" presId="urn:microsoft.com/office/officeart/2018/2/layout/IconVerticalSolidList"/>
    <dgm:cxn modelId="{1BC5C146-6413-45AC-9354-D7E2B7ACA50B}" type="presParOf" srcId="{25ECAF29-D720-44C9-BAE2-0FB83E6D65DB}" destId="{6E468EA5-2308-4592-8E12-DEB7A5DECF04}" srcOrd="2" destOrd="0" presId="urn:microsoft.com/office/officeart/2018/2/layout/IconVerticalSolidList"/>
    <dgm:cxn modelId="{3E963865-5C31-4A93-AFEF-B22D9E480A11}" type="presParOf" srcId="{25ECAF29-D720-44C9-BAE2-0FB83E6D65DB}" destId="{CE7C9432-B49C-4E5F-872B-C48750D3411D}" srcOrd="3" destOrd="0" presId="urn:microsoft.com/office/officeart/2018/2/layout/IconVerticalSolidList"/>
    <dgm:cxn modelId="{B972A16A-F0E1-44DC-BC4C-96FF7140036B}" type="presParOf" srcId="{FA2460A0-9CEB-4F98-A45F-74A73BB3A2A9}" destId="{D479CF8E-FC79-4D96-AA91-E49DAF2797B4}" srcOrd="1" destOrd="0" presId="urn:microsoft.com/office/officeart/2018/2/layout/IconVerticalSolidList"/>
    <dgm:cxn modelId="{67B20D4B-B24E-4D10-9A0A-336E521D72A3}" type="presParOf" srcId="{FA2460A0-9CEB-4F98-A45F-74A73BB3A2A9}" destId="{5C8DB1CC-B80D-4AEA-85CA-25CF6560E854}" srcOrd="2" destOrd="0" presId="urn:microsoft.com/office/officeart/2018/2/layout/IconVerticalSolidList"/>
    <dgm:cxn modelId="{D873F2BA-3116-4FDB-A269-C31DB63ED8F4}" type="presParOf" srcId="{5C8DB1CC-B80D-4AEA-85CA-25CF6560E854}" destId="{F616C840-613B-4D8F-ADAB-CD61E89A9CE0}" srcOrd="0" destOrd="0" presId="urn:microsoft.com/office/officeart/2018/2/layout/IconVerticalSolidList"/>
    <dgm:cxn modelId="{4FEA675A-2FEF-4830-8226-7F7CB1BE18D2}" type="presParOf" srcId="{5C8DB1CC-B80D-4AEA-85CA-25CF6560E854}" destId="{0B5F3ECA-62E9-4687-9E32-AD41353AF7CA}" srcOrd="1" destOrd="0" presId="urn:microsoft.com/office/officeart/2018/2/layout/IconVerticalSolidList"/>
    <dgm:cxn modelId="{CA92D7C9-D761-496D-848B-E7770C0E905B}" type="presParOf" srcId="{5C8DB1CC-B80D-4AEA-85CA-25CF6560E854}" destId="{007F2C9E-F6C0-4787-B966-DD4BE20682F0}" srcOrd="2" destOrd="0" presId="urn:microsoft.com/office/officeart/2018/2/layout/IconVerticalSolidList"/>
    <dgm:cxn modelId="{7A065145-3422-4731-B1FC-693AD885694F}" type="presParOf" srcId="{5C8DB1CC-B80D-4AEA-85CA-25CF6560E854}" destId="{77E30DBC-DE60-480B-8FEA-3BD8975BF6BE}" srcOrd="3" destOrd="0" presId="urn:microsoft.com/office/officeart/2018/2/layout/IconVerticalSolidList"/>
    <dgm:cxn modelId="{9D32E272-0365-439A-8B3B-666D70248EA7}" type="presParOf" srcId="{FA2460A0-9CEB-4F98-A45F-74A73BB3A2A9}" destId="{859A549B-ABBB-4C22-8441-0E23FF83BFBC}" srcOrd="3" destOrd="0" presId="urn:microsoft.com/office/officeart/2018/2/layout/IconVerticalSolidList"/>
    <dgm:cxn modelId="{71E3EA4C-B471-4707-9F60-D2A7394AC5B4}" type="presParOf" srcId="{FA2460A0-9CEB-4F98-A45F-74A73BB3A2A9}" destId="{9CCB3C58-9912-4D9A-82A6-FF178FA401F9}" srcOrd="4" destOrd="0" presId="urn:microsoft.com/office/officeart/2018/2/layout/IconVerticalSolidList"/>
    <dgm:cxn modelId="{2505532A-220B-47DA-A6FF-C780BB894F56}" type="presParOf" srcId="{9CCB3C58-9912-4D9A-82A6-FF178FA401F9}" destId="{0D930293-77B4-4899-BACC-725464B34649}" srcOrd="0" destOrd="0" presId="urn:microsoft.com/office/officeart/2018/2/layout/IconVerticalSolidList"/>
    <dgm:cxn modelId="{42E6C43D-D604-428B-BE1B-C9F7A9F241AD}" type="presParOf" srcId="{9CCB3C58-9912-4D9A-82A6-FF178FA401F9}" destId="{E6B2647B-1DD1-4307-9466-0390B2E002CC}" srcOrd="1" destOrd="0" presId="urn:microsoft.com/office/officeart/2018/2/layout/IconVerticalSolidList"/>
    <dgm:cxn modelId="{4647DA74-91B5-4602-A7E5-1F44C33D903C}" type="presParOf" srcId="{9CCB3C58-9912-4D9A-82A6-FF178FA401F9}" destId="{0975C0F1-876A-49D6-A3C9-92063C464E69}" srcOrd="2" destOrd="0" presId="urn:microsoft.com/office/officeart/2018/2/layout/IconVerticalSolidList"/>
    <dgm:cxn modelId="{FB6FA4B5-D891-4E89-BE42-4895DD693435}" type="presParOf" srcId="{9CCB3C58-9912-4D9A-82A6-FF178FA401F9}" destId="{CD38D9D4-61F0-4AE1-94A0-09EB6F396C75}" srcOrd="3" destOrd="0" presId="urn:microsoft.com/office/officeart/2018/2/layout/IconVerticalSolidList"/>
    <dgm:cxn modelId="{FBCF51C4-93ED-4702-8402-7CA66EFBC065}" type="presParOf" srcId="{FA2460A0-9CEB-4F98-A45F-74A73BB3A2A9}" destId="{B9CFBF14-9316-4E04-BA68-4F2BCFD4DBB5}" srcOrd="5" destOrd="0" presId="urn:microsoft.com/office/officeart/2018/2/layout/IconVerticalSolidList"/>
    <dgm:cxn modelId="{F1CCF624-646D-4789-9497-44DD97DE4C0D}" type="presParOf" srcId="{FA2460A0-9CEB-4F98-A45F-74A73BB3A2A9}" destId="{A0B088BE-0133-49B8-949E-AF139E50B421}" srcOrd="6" destOrd="0" presId="urn:microsoft.com/office/officeart/2018/2/layout/IconVerticalSolidList"/>
    <dgm:cxn modelId="{89DFA66E-3D70-4EFE-9155-403E1B8E4A69}" type="presParOf" srcId="{A0B088BE-0133-49B8-949E-AF139E50B421}" destId="{E6A4DE46-BD32-4A94-B858-F5C4D5D8DF9D}" srcOrd="0" destOrd="0" presId="urn:microsoft.com/office/officeart/2018/2/layout/IconVerticalSolidList"/>
    <dgm:cxn modelId="{A9E353A7-42C0-4C12-83DD-D46DDBA8492C}" type="presParOf" srcId="{A0B088BE-0133-49B8-949E-AF139E50B421}" destId="{91E2081B-B820-4951-8776-DAB6C1F2DBDE}" srcOrd="1" destOrd="0" presId="urn:microsoft.com/office/officeart/2018/2/layout/IconVerticalSolidList"/>
    <dgm:cxn modelId="{962F01B7-DEFA-4782-A6D3-08D2D3F5C869}" type="presParOf" srcId="{A0B088BE-0133-49B8-949E-AF139E50B421}" destId="{4719A74C-3D9C-4BA8-BCE0-D3C50F172AEB}" srcOrd="2" destOrd="0" presId="urn:microsoft.com/office/officeart/2018/2/layout/IconVerticalSolidList"/>
    <dgm:cxn modelId="{F0FB29E1-C206-47B5-B6DC-55933A449E69}" type="presParOf" srcId="{A0B088BE-0133-49B8-949E-AF139E50B421}" destId="{9E620B74-F262-433C-9C17-8DF962217E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43011-0332-A748-8C2E-B511DCDBF93C}">
      <dsp:nvSpPr>
        <dsp:cNvPr id="0" name=""/>
        <dsp:cNvSpPr/>
      </dsp:nvSpPr>
      <dsp:spPr>
        <a:xfrm>
          <a:off x="0" y="50076"/>
          <a:ext cx="6620255" cy="11536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Input handling: text, voice, or structured data.</a:t>
          </a:r>
        </a:p>
      </dsp:txBody>
      <dsp:txXfrm>
        <a:off x="56315" y="106391"/>
        <a:ext cx="6507625" cy="1040990"/>
      </dsp:txXfrm>
    </dsp:sp>
    <dsp:sp modelId="{F4313016-B3A3-6249-980B-15BDAAA0C53D}">
      <dsp:nvSpPr>
        <dsp:cNvPr id="0" name=""/>
        <dsp:cNvSpPr/>
      </dsp:nvSpPr>
      <dsp:spPr>
        <a:xfrm>
          <a:off x="0" y="1287216"/>
          <a:ext cx="6620255" cy="1153620"/>
        </a:xfrm>
        <a:prstGeom prst="roundRect">
          <a:avLst/>
        </a:prstGeom>
        <a:solidFill>
          <a:schemeClr val="accent2">
            <a:hueOff val="-3456336"/>
            <a:satOff val="-6803"/>
            <a:lumOff val="424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Prompt engineering: instructions, examples, constraints.</a:t>
          </a:r>
        </a:p>
      </dsp:txBody>
      <dsp:txXfrm>
        <a:off x="56315" y="1343531"/>
        <a:ext cx="6507625" cy="1040990"/>
      </dsp:txXfrm>
    </dsp:sp>
    <dsp:sp modelId="{8DA045AC-6C5E-9146-A3B8-A2765A09CEFB}">
      <dsp:nvSpPr>
        <dsp:cNvPr id="0" name=""/>
        <dsp:cNvSpPr/>
      </dsp:nvSpPr>
      <dsp:spPr>
        <a:xfrm>
          <a:off x="0" y="2524356"/>
          <a:ext cx="6620255" cy="1153620"/>
        </a:xfrm>
        <a:prstGeom prst="roundRect">
          <a:avLst/>
        </a:prstGeom>
        <a:solidFill>
          <a:schemeClr val="accent2">
            <a:hueOff val="-6912672"/>
            <a:satOff val="-13605"/>
            <a:lumOff val="849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Model selection: general-purpose or domain-specific.</a:t>
          </a:r>
        </a:p>
      </dsp:txBody>
      <dsp:txXfrm>
        <a:off x="56315" y="2580671"/>
        <a:ext cx="6507625" cy="1040990"/>
      </dsp:txXfrm>
    </dsp:sp>
    <dsp:sp modelId="{00BFDCAC-2856-524D-9C78-0E09612B75CB}">
      <dsp:nvSpPr>
        <dsp:cNvPr id="0" name=""/>
        <dsp:cNvSpPr/>
      </dsp:nvSpPr>
      <dsp:spPr>
        <a:xfrm>
          <a:off x="0" y="3761496"/>
          <a:ext cx="6620255" cy="1153620"/>
        </a:xfrm>
        <a:prstGeom prst="roundRect">
          <a:avLst/>
        </a:prstGeom>
        <a:solidFill>
          <a:schemeClr val="accent2">
            <a:hueOff val="-10369007"/>
            <a:satOff val="-20408"/>
            <a:lumOff val="1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Output shaping: summaries, answers, classifications.</a:t>
          </a:r>
        </a:p>
      </dsp:txBody>
      <dsp:txXfrm>
        <a:off x="56315" y="3817811"/>
        <a:ext cx="6507625" cy="10409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292BF-AA03-4E14-94C3-1DCDA2925B8C}">
      <dsp:nvSpPr>
        <dsp:cNvPr id="0" name=""/>
        <dsp:cNvSpPr/>
      </dsp:nvSpPr>
      <dsp:spPr>
        <a:xfrm>
          <a:off x="646127" y="97595"/>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E663EA-1083-40EC-8429-CF8C22AB5D8A}">
      <dsp:nvSpPr>
        <dsp:cNvPr id="0" name=""/>
        <dsp:cNvSpPr/>
      </dsp:nvSpPr>
      <dsp:spPr>
        <a:xfrm>
          <a:off x="880127" y="331595"/>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51EFDE-7AEC-4003-9CBF-FBE260EADF1C}">
      <dsp:nvSpPr>
        <dsp:cNvPr id="0" name=""/>
        <dsp:cNvSpPr/>
      </dsp:nvSpPr>
      <dsp:spPr>
        <a:xfrm>
          <a:off x="295127" y="153759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 website is a collection of interconnected web pages accessible through the internet</a:t>
          </a:r>
        </a:p>
      </dsp:txBody>
      <dsp:txXfrm>
        <a:off x="295127" y="1537596"/>
        <a:ext cx="1800000" cy="720000"/>
      </dsp:txXfrm>
    </dsp:sp>
    <dsp:sp modelId="{4C36B390-663E-4A81-AD1D-6AB9B2F739C6}">
      <dsp:nvSpPr>
        <dsp:cNvPr id="0" name=""/>
        <dsp:cNvSpPr/>
      </dsp:nvSpPr>
      <dsp:spPr>
        <a:xfrm>
          <a:off x="2761127" y="97595"/>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0E5C2-0D5D-4555-BBBE-CF65A28DAAFE}">
      <dsp:nvSpPr>
        <dsp:cNvPr id="0" name=""/>
        <dsp:cNvSpPr/>
      </dsp:nvSpPr>
      <dsp:spPr>
        <a:xfrm>
          <a:off x="2995127" y="331595"/>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29B39C-98C2-4E5B-AEA1-DDAF44568E1E}">
      <dsp:nvSpPr>
        <dsp:cNvPr id="0" name=""/>
        <dsp:cNvSpPr/>
      </dsp:nvSpPr>
      <dsp:spPr>
        <a:xfrm>
          <a:off x="2410127" y="153759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Delivered by a web server and viewed through a web browser</a:t>
          </a:r>
        </a:p>
      </dsp:txBody>
      <dsp:txXfrm>
        <a:off x="2410127" y="1537596"/>
        <a:ext cx="1800000" cy="720000"/>
      </dsp:txXfrm>
    </dsp:sp>
    <dsp:sp modelId="{77BD35BF-958B-4AE5-B32E-197C6FA7524D}">
      <dsp:nvSpPr>
        <dsp:cNvPr id="0" name=""/>
        <dsp:cNvSpPr/>
      </dsp:nvSpPr>
      <dsp:spPr>
        <a:xfrm>
          <a:off x="4876127" y="97595"/>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49A76C-50CF-401B-88C3-5D4B061C2C7A}">
      <dsp:nvSpPr>
        <dsp:cNvPr id="0" name=""/>
        <dsp:cNvSpPr/>
      </dsp:nvSpPr>
      <dsp:spPr>
        <a:xfrm>
          <a:off x="5110127" y="331595"/>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BD248E-AEBF-4992-93DF-4B9AC7FAB06D}">
      <dsp:nvSpPr>
        <dsp:cNvPr id="0" name=""/>
        <dsp:cNvSpPr/>
      </dsp:nvSpPr>
      <dsp:spPr>
        <a:xfrm>
          <a:off x="4525128" y="153759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Built using standard web technologies</a:t>
          </a:r>
        </a:p>
      </dsp:txBody>
      <dsp:txXfrm>
        <a:off x="4525128" y="1537596"/>
        <a:ext cx="1800000" cy="720000"/>
      </dsp:txXfrm>
    </dsp:sp>
    <dsp:sp modelId="{333F4A2C-6EBA-43BB-82BE-8686A6E21575}">
      <dsp:nvSpPr>
        <dsp:cNvPr id="0" name=""/>
        <dsp:cNvSpPr/>
      </dsp:nvSpPr>
      <dsp:spPr>
        <a:xfrm>
          <a:off x="2761127" y="2707596"/>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0F2EAB-9E9F-4E03-8A9F-E45C20EB8491}">
      <dsp:nvSpPr>
        <dsp:cNvPr id="0" name=""/>
        <dsp:cNvSpPr/>
      </dsp:nvSpPr>
      <dsp:spPr>
        <a:xfrm>
          <a:off x="2995127" y="2941596"/>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1DB129-3681-491A-8E48-3B4D898DE4B1}">
      <dsp:nvSpPr>
        <dsp:cNvPr id="0" name=""/>
        <dsp:cNvSpPr/>
      </dsp:nvSpPr>
      <dsp:spPr>
        <a:xfrm>
          <a:off x="2410127" y="414759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Can contain text, images, documents, audio, video, and interactive elements</a:t>
          </a:r>
        </a:p>
      </dsp:txBody>
      <dsp:txXfrm>
        <a:off x="2410127" y="4147596"/>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22A1A3-6F50-FC4C-A300-73A3685189F4}">
      <dsp:nvSpPr>
        <dsp:cNvPr id="0" name=""/>
        <dsp:cNvSpPr/>
      </dsp:nvSpPr>
      <dsp:spPr>
        <a:xfrm>
          <a:off x="0" y="721677"/>
          <a:ext cx="3137892" cy="199256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AD278-7525-6A48-BDD4-7BD6B9BDE303}">
      <dsp:nvSpPr>
        <dsp:cNvPr id="0" name=""/>
        <dsp:cNvSpPr/>
      </dsp:nvSpPr>
      <dsp:spPr>
        <a:xfrm>
          <a:off x="348654" y="1052899"/>
          <a:ext cx="3137892" cy="199256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HTML — Structure: Defines layout and content</a:t>
          </a:r>
        </a:p>
      </dsp:txBody>
      <dsp:txXfrm>
        <a:off x="407014" y="1111259"/>
        <a:ext cx="3021172" cy="1875841"/>
      </dsp:txXfrm>
    </dsp:sp>
    <dsp:sp modelId="{F3711863-A2D2-5F46-8CDC-9B1C84005B41}">
      <dsp:nvSpPr>
        <dsp:cNvPr id="0" name=""/>
        <dsp:cNvSpPr/>
      </dsp:nvSpPr>
      <dsp:spPr>
        <a:xfrm>
          <a:off x="3835201" y="721677"/>
          <a:ext cx="3137892" cy="199256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A1915C-C644-2E47-AC8C-4AFE78737438}">
      <dsp:nvSpPr>
        <dsp:cNvPr id="0" name=""/>
        <dsp:cNvSpPr/>
      </dsp:nvSpPr>
      <dsp:spPr>
        <a:xfrm>
          <a:off x="4183856" y="1052899"/>
          <a:ext cx="3137892" cy="199256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CSS — Style: Controls colors, fonts, spacing, layout</a:t>
          </a:r>
        </a:p>
      </dsp:txBody>
      <dsp:txXfrm>
        <a:off x="4242216" y="1111259"/>
        <a:ext cx="3021172" cy="1875841"/>
      </dsp:txXfrm>
    </dsp:sp>
    <dsp:sp modelId="{8A52A33A-F85E-EF4B-8629-1AE28AAE8629}">
      <dsp:nvSpPr>
        <dsp:cNvPr id="0" name=""/>
        <dsp:cNvSpPr/>
      </dsp:nvSpPr>
      <dsp:spPr>
        <a:xfrm>
          <a:off x="7670403" y="721677"/>
          <a:ext cx="3137892" cy="199256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7EC54C-CFF4-6D4A-90C1-CB5279ED2CF9}">
      <dsp:nvSpPr>
        <dsp:cNvPr id="0" name=""/>
        <dsp:cNvSpPr/>
      </dsp:nvSpPr>
      <dsp:spPr>
        <a:xfrm>
          <a:off x="8019057" y="1052899"/>
          <a:ext cx="3137892" cy="199256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JavaScript — Behavior: Adds interactivity and dynamic features</a:t>
          </a:r>
        </a:p>
      </dsp:txBody>
      <dsp:txXfrm>
        <a:off x="8077417" y="1111259"/>
        <a:ext cx="3021172" cy="18758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CD3E43-3F68-7A4C-8BF2-0BAA891098E5}">
      <dsp:nvSpPr>
        <dsp:cNvPr id="0" name=""/>
        <dsp:cNvSpPr/>
      </dsp:nvSpPr>
      <dsp:spPr>
        <a:xfrm>
          <a:off x="0" y="43145"/>
          <a:ext cx="6620255" cy="15514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Head Section: metadata, title, CSS/scripts</a:t>
          </a:r>
        </a:p>
      </dsp:txBody>
      <dsp:txXfrm>
        <a:off x="75734" y="118879"/>
        <a:ext cx="6468787" cy="1399952"/>
      </dsp:txXfrm>
    </dsp:sp>
    <dsp:sp modelId="{98614AB0-74F7-A44F-A92D-EA75CB63C013}">
      <dsp:nvSpPr>
        <dsp:cNvPr id="0" name=""/>
        <dsp:cNvSpPr/>
      </dsp:nvSpPr>
      <dsp:spPr>
        <a:xfrm>
          <a:off x="0" y="1706885"/>
          <a:ext cx="6620255" cy="1551420"/>
        </a:xfrm>
        <a:prstGeom prst="roundRect">
          <a:avLst/>
        </a:prstGeom>
        <a:solidFill>
          <a:schemeClr val="accent2">
            <a:hueOff val="-5184504"/>
            <a:satOff val="-10204"/>
            <a:lumOff val="6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Body Section: visible content</a:t>
          </a:r>
        </a:p>
      </dsp:txBody>
      <dsp:txXfrm>
        <a:off x="75734" y="1782619"/>
        <a:ext cx="6468787" cy="1399952"/>
      </dsp:txXfrm>
    </dsp:sp>
    <dsp:sp modelId="{8EDE7BD9-AAF3-E940-8A1C-95239DC4D079}">
      <dsp:nvSpPr>
        <dsp:cNvPr id="0" name=""/>
        <dsp:cNvSpPr/>
      </dsp:nvSpPr>
      <dsp:spPr>
        <a:xfrm>
          <a:off x="0" y="3370626"/>
          <a:ext cx="6620255" cy="1551420"/>
        </a:xfrm>
        <a:prstGeom prst="roundRect">
          <a:avLst/>
        </a:prstGeom>
        <a:solidFill>
          <a:schemeClr val="accent2">
            <a:hueOff val="-10369007"/>
            <a:satOff val="-20408"/>
            <a:lumOff val="1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DOM: browser’s internal tree representation</a:t>
          </a:r>
        </a:p>
      </dsp:txBody>
      <dsp:txXfrm>
        <a:off x="75734" y="3446360"/>
        <a:ext cx="6468787" cy="13999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F0022-9A6C-294E-8D14-C74808A3E903}">
      <dsp:nvSpPr>
        <dsp:cNvPr id="0" name=""/>
        <dsp:cNvSpPr/>
      </dsp:nvSpPr>
      <dsp:spPr>
        <a:xfrm>
          <a:off x="0" y="639"/>
          <a:ext cx="748893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F608AB-60A9-1C4D-9038-3AAF56677DD3}">
      <dsp:nvSpPr>
        <dsp:cNvPr id="0" name=""/>
        <dsp:cNvSpPr/>
      </dsp:nvSpPr>
      <dsp:spPr>
        <a:xfrm>
          <a:off x="0" y="639"/>
          <a:ext cx="7488936"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Documents: PDFs, Word files, spreadsheets</a:t>
          </a:r>
        </a:p>
      </dsp:txBody>
      <dsp:txXfrm>
        <a:off x="0" y="639"/>
        <a:ext cx="7488936" cy="1047646"/>
      </dsp:txXfrm>
    </dsp:sp>
    <dsp:sp modelId="{98EEE0FF-36E5-C74F-8441-131C80CB312E}">
      <dsp:nvSpPr>
        <dsp:cNvPr id="0" name=""/>
        <dsp:cNvSpPr/>
      </dsp:nvSpPr>
      <dsp:spPr>
        <a:xfrm>
          <a:off x="0" y="1048286"/>
          <a:ext cx="748893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30618B-FC4B-8149-9D80-EE22603189C7}">
      <dsp:nvSpPr>
        <dsp:cNvPr id="0" name=""/>
        <dsp:cNvSpPr/>
      </dsp:nvSpPr>
      <dsp:spPr>
        <a:xfrm>
          <a:off x="0" y="1048286"/>
          <a:ext cx="7488936"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Images: JPEG, PNG, SVG, GIF</a:t>
          </a:r>
        </a:p>
      </dsp:txBody>
      <dsp:txXfrm>
        <a:off x="0" y="1048286"/>
        <a:ext cx="7488936" cy="1047646"/>
      </dsp:txXfrm>
    </dsp:sp>
    <dsp:sp modelId="{FA09E70F-CF45-ED46-A848-2128DEA37639}">
      <dsp:nvSpPr>
        <dsp:cNvPr id="0" name=""/>
        <dsp:cNvSpPr/>
      </dsp:nvSpPr>
      <dsp:spPr>
        <a:xfrm>
          <a:off x="0" y="2095932"/>
          <a:ext cx="748893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6B9E07-ED78-5F42-BED0-901F0D3B6A62}">
      <dsp:nvSpPr>
        <dsp:cNvPr id="0" name=""/>
        <dsp:cNvSpPr/>
      </dsp:nvSpPr>
      <dsp:spPr>
        <a:xfrm>
          <a:off x="0" y="2095932"/>
          <a:ext cx="7488936"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Videos: MP4, WebM, embeds</a:t>
          </a:r>
        </a:p>
      </dsp:txBody>
      <dsp:txXfrm>
        <a:off x="0" y="2095932"/>
        <a:ext cx="7488936" cy="1047646"/>
      </dsp:txXfrm>
    </dsp:sp>
    <dsp:sp modelId="{BD9D0177-D3FD-2B40-AC0F-D2E69BC38C14}">
      <dsp:nvSpPr>
        <dsp:cNvPr id="0" name=""/>
        <dsp:cNvSpPr/>
      </dsp:nvSpPr>
      <dsp:spPr>
        <a:xfrm>
          <a:off x="0" y="3143579"/>
          <a:ext cx="748893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312A42-A093-D743-98B2-B838993F7F8B}">
      <dsp:nvSpPr>
        <dsp:cNvPr id="0" name=""/>
        <dsp:cNvSpPr/>
      </dsp:nvSpPr>
      <dsp:spPr>
        <a:xfrm>
          <a:off x="0" y="3143579"/>
          <a:ext cx="7488936"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Audio: MP3, WAV</a:t>
          </a:r>
        </a:p>
      </dsp:txBody>
      <dsp:txXfrm>
        <a:off x="0" y="3143579"/>
        <a:ext cx="7488936" cy="1047646"/>
      </dsp:txXfrm>
    </dsp:sp>
    <dsp:sp modelId="{C3BEA68F-6DE5-904D-A47E-199547A43B4F}">
      <dsp:nvSpPr>
        <dsp:cNvPr id="0" name=""/>
        <dsp:cNvSpPr/>
      </dsp:nvSpPr>
      <dsp:spPr>
        <a:xfrm>
          <a:off x="0" y="4191225"/>
          <a:ext cx="748893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092C08-732F-7F4A-B9A7-C8F1D6CFB6BA}">
      <dsp:nvSpPr>
        <dsp:cNvPr id="0" name=""/>
        <dsp:cNvSpPr/>
      </dsp:nvSpPr>
      <dsp:spPr>
        <a:xfrm>
          <a:off x="0" y="4191225"/>
          <a:ext cx="7488936"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Interactive elements: forms, maps, charts</a:t>
          </a:r>
        </a:p>
      </dsp:txBody>
      <dsp:txXfrm>
        <a:off x="0" y="4191225"/>
        <a:ext cx="7488936" cy="10476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9F6C93-0216-1940-A7BF-53CFD89989ED}">
      <dsp:nvSpPr>
        <dsp:cNvPr id="0" name=""/>
        <dsp:cNvSpPr/>
      </dsp:nvSpPr>
      <dsp:spPr>
        <a:xfrm>
          <a:off x="0" y="0"/>
          <a:ext cx="748893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7779C2-87DC-A94F-8120-44840AF518DF}">
      <dsp:nvSpPr>
        <dsp:cNvPr id="0" name=""/>
        <dsp:cNvSpPr/>
      </dsp:nvSpPr>
      <dsp:spPr>
        <a:xfrm>
          <a:off x="0" y="0"/>
          <a:ext cx="7488936" cy="1309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Planning, design, development, testing</a:t>
          </a:r>
        </a:p>
      </dsp:txBody>
      <dsp:txXfrm>
        <a:off x="0" y="0"/>
        <a:ext cx="7488936" cy="1309877"/>
      </dsp:txXfrm>
    </dsp:sp>
    <dsp:sp modelId="{6CC3E2E8-DEF6-0648-90E4-AAB5F643E994}">
      <dsp:nvSpPr>
        <dsp:cNvPr id="0" name=""/>
        <dsp:cNvSpPr/>
      </dsp:nvSpPr>
      <dsp:spPr>
        <a:xfrm>
          <a:off x="0" y="1309877"/>
          <a:ext cx="7488936" cy="0"/>
        </a:xfrm>
        <a:prstGeom prst="line">
          <a:avLst/>
        </a:prstGeom>
        <a:solidFill>
          <a:schemeClr val="accent2">
            <a:hueOff val="-3456336"/>
            <a:satOff val="-6803"/>
            <a:lumOff val="4248"/>
            <a:alphaOff val="0"/>
          </a:schemeClr>
        </a:solidFill>
        <a:ln w="19050" cap="flat" cmpd="sng" algn="ctr">
          <a:solidFill>
            <a:schemeClr val="accent2">
              <a:hueOff val="-3456336"/>
              <a:satOff val="-6803"/>
              <a:lumOff val="42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02DD2B-5723-6842-B3BC-3FED50B52A49}">
      <dsp:nvSpPr>
        <dsp:cNvPr id="0" name=""/>
        <dsp:cNvSpPr/>
      </dsp:nvSpPr>
      <dsp:spPr>
        <a:xfrm>
          <a:off x="0" y="1309877"/>
          <a:ext cx="7488936" cy="1309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Frontend: HTML/CSS/JS</a:t>
          </a:r>
        </a:p>
      </dsp:txBody>
      <dsp:txXfrm>
        <a:off x="0" y="1309877"/>
        <a:ext cx="7488936" cy="1309877"/>
      </dsp:txXfrm>
    </dsp:sp>
    <dsp:sp modelId="{E76E43BD-2017-804A-92F4-2CEAB4E4B65B}">
      <dsp:nvSpPr>
        <dsp:cNvPr id="0" name=""/>
        <dsp:cNvSpPr/>
      </dsp:nvSpPr>
      <dsp:spPr>
        <a:xfrm>
          <a:off x="0" y="2619755"/>
          <a:ext cx="7488936" cy="0"/>
        </a:xfrm>
        <a:prstGeom prst="line">
          <a:avLst/>
        </a:prstGeom>
        <a:solidFill>
          <a:schemeClr val="accent2">
            <a:hueOff val="-6912672"/>
            <a:satOff val="-13605"/>
            <a:lumOff val="8497"/>
            <a:alphaOff val="0"/>
          </a:schemeClr>
        </a:solidFill>
        <a:ln w="19050" cap="flat" cmpd="sng" algn="ctr">
          <a:solidFill>
            <a:schemeClr val="accent2">
              <a:hueOff val="-6912672"/>
              <a:satOff val="-13605"/>
              <a:lumOff val="84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8732B8-4184-E84C-B82C-8BDF430290EC}">
      <dsp:nvSpPr>
        <dsp:cNvPr id="0" name=""/>
        <dsp:cNvSpPr/>
      </dsp:nvSpPr>
      <dsp:spPr>
        <a:xfrm>
          <a:off x="0" y="2619755"/>
          <a:ext cx="7488936" cy="1309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Backend: servers, databases, APIs</a:t>
          </a:r>
        </a:p>
      </dsp:txBody>
      <dsp:txXfrm>
        <a:off x="0" y="2619755"/>
        <a:ext cx="7488936" cy="1309877"/>
      </dsp:txXfrm>
    </dsp:sp>
    <dsp:sp modelId="{CAE4696B-FB28-F34E-BB44-DEE0526CB962}">
      <dsp:nvSpPr>
        <dsp:cNvPr id="0" name=""/>
        <dsp:cNvSpPr/>
      </dsp:nvSpPr>
      <dsp:spPr>
        <a:xfrm>
          <a:off x="0" y="3929634"/>
          <a:ext cx="7488936" cy="0"/>
        </a:xfrm>
        <a:prstGeom prst="line">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792997-3AB2-6A4E-8788-4854F8151E83}">
      <dsp:nvSpPr>
        <dsp:cNvPr id="0" name=""/>
        <dsp:cNvSpPr/>
      </dsp:nvSpPr>
      <dsp:spPr>
        <a:xfrm>
          <a:off x="0" y="3929633"/>
          <a:ext cx="7488936" cy="1309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CMS platforms</a:t>
          </a:r>
        </a:p>
      </dsp:txBody>
      <dsp:txXfrm>
        <a:off x="0" y="3929633"/>
        <a:ext cx="7488936" cy="13098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A3A9BC-60CE-8740-9272-8AFF2B589173}">
      <dsp:nvSpPr>
        <dsp:cNvPr id="0" name=""/>
        <dsp:cNvSpPr/>
      </dsp:nvSpPr>
      <dsp:spPr>
        <a:xfrm>
          <a:off x="0" y="43145"/>
          <a:ext cx="6620255" cy="15514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Frontend tools: VS Code, Figma, DevTools</a:t>
          </a:r>
        </a:p>
      </dsp:txBody>
      <dsp:txXfrm>
        <a:off x="75734" y="118879"/>
        <a:ext cx="6468787" cy="1399952"/>
      </dsp:txXfrm>
    </dsp:sp>
    <dsp:sp modelId="{856A5558-ABA2-2C4E-B680-8C3FB3CBB9D3}">
      <dsp:nvSpPr>
        <dsp:cNvPr id="0" name=""/>
        <dsp:cNvSpPr/>
      </dsp:nvSpPr>
      <dsp:spPr>
        <a:xfrm>
          <a:off x="0" y="1706885"/>
          <a:ext cx="6620255" cy="1551420"/>
        </a:xfrm>
        <a:prstGeom prst="roundRect">
          <a:avLst/>
        </a:prstGeom>
        <a:solidFill>
          <a:schemeClr val="accent2">
            <a:hueOff val="-5184504"/>
            <a:satOff val="-10204"/>
            <a:lumOff val="6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Backend tools: Node.js, Python, PHP</a:t>
          </a:r>
        </a:p>
      </dsp:txBody>
      <dsp:txXfrm>
        <a:off x="75734" y="1782619"/>
        <a:ext cx="6468787" cy="1399952"/>
      </dsp:txXfrm>
    </dsp:sp>
    <dsp:sp modelId="{C304422A-0C5F-0046-B2CC-D74D4DF8B920}">
      <dsp:nvSpPr>
        <dsp:cNvPr id="0" name=""/>
        <dsp:cNvSpPr/>
      </dsp:nvSpPr>
      <dsp:spPr>
        <a:xfrm>
          <a:off x="0" y="3370626"/>
          <a:ext cx="6620255" cy="1551420"/>
        </a:xfrm>
        <a:prstGeom prst="roundRect">
          <a:avLst/>
        </a:prstGeom>
        <a:solidFill>
          <a:schemeClr val="accent2">
            <a:hueOff val="-10369007"/>
            <a:satOff val="-20408"/>
            <a:lumOff val="1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CMS: WordPress, Squarespace, Shopify</a:t>
          </a:r>
        </a:p>
      </dsp:txBody>
      <dsp:txXfrm>
        <a:off x="75734" y="3446360"/>
        <a:ext cx="6468787" cy="13999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80C1B-C160-F941-8A49-D82C9EF90A07}">
      <dsp:nvSpPr>
        <dsp:cNvPr id="0" name=""/>
        <dsp:cNvSpPr/>
      </dsp:nvSpPr>
      <dsp:spPr>
        <a:xfrm>
          <a:off x="3009501" y="3334683"/>
          <a:ext cx="601253" cy="1292695"/>
        </a:xfrm>
        <a:custGeom>
          <a:avLst/>
          <a:gdLst/>
          <a:ahLst/>
          <a:cxnLst/>
          <a:rect l="0" t="0" r="0" b="0"/>
          <a:pathLst>
            <a:path>
              <a:moveTo>
                <a:pt x="0" y="0"/>
              </a:moveTo>
              <a:lnTo>
                <a:pt x="300626" y="0"/>
              </a:lnTo>
              <a:lnTo>
                <a:pt x="300626" y="1292695"/>
              </a:lnTo>
              <a:lnTo>
                <a:pt x="601253" y="1292695"/>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141F0B-3BE4-444B-9A2C-4BA690EC7B79}">
      <dsp:nvSpPr>
        <dsp:cNvPr id="0" name=""/>
        <dsp:cNvSpPr/>
      </dsp:nvSpPr>
      <dsp:spPr>
        <a:xfrm>
          <a:off x="3009501" y="3288963"/>
          <a:ext cx="601253" cy="91440"/>
        </a:xfrm>
        <a:custGeom>
          <a:avLst/>
          <a:gdLst/>
          <a:ahLst/>
          <a:cxnLst/>
          <a:rect l="0" t="0" r="0" b="0"/>
          <a:pathLst>
            <a:path>
              <a:moveTo>
                <a:pt x="0" y="45720"/>
              </a:moveTo>
              <a:lnTo>
                <a:pt x="601253" y="4572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96C95B-94BA-B542-AFC8-9466CF2E21C6}">
      <dsp:nvSpPr>
        <dsp:cNvPr id="0" name=""/>
        <dsp:cNvSpPr/>
      </dsp:nvSpPr>
      <dsp:spPr>
        <a:xfrm>
          <a:off x="3009501" y="2041988"/>
          <a:ext cx="601253" cy="1292695"/>
        </a:xfrm>
        <a:custGeom>
          <a:avLst/>
          <a:gdLst/>
          <a:ahLst/>
          <a:cxnLst/>
          <a:rect l="0" t="0" r="0" b="0"/>
          <a:pathLst>
            <a:path>
              <a:moveTo>
                <a:pt x="0" y="1292695"/>
              </a:moveTo>
              <a:lnTo>
                <a:pt x="300626" y="1292695"/>
              </a:lnTo>
              <a:lnTo>
                <a:pt x="300626" y="0"/>
              </a:lnTo>
              <a:lnTo>
                <a:pt x="601253" y="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745928-2C88-DC42-87D6-5F0ECC70858A}">
      <dsp:nvSpPr>
        <dsp:cNvPr id="0" name=""/>
        <dsp:cNvSpPr/>
      </dsp:nvSpPr>
      <dsp:spPr>
        <a:xfrm>
          <a:off x="3232" y="290836"/>
          <a:ext cx="3006268" cy="9169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Content updates, security patches, server updates</a:t>
          </a:r>
        </a:p>
      </dsp:txBody>
      <dsp:txXfrm>
        <a:off x="3232" y="290836"/>
        <a:ext cx="3006268" cy="916911"/>
      </dsp:txXfrm>
    </dsp:sp>
    <dsp:sp modelId="{0674987B-6580-E14C-89C7-A25D0974233A}">
      <dsp:nvSpPr>
        <dsp:cNvPr id="0" name=""/>
        <dsp:cNvSpPr/>
      </dsp:nvSpPr>
      <dsp:spPr>
        <a:xfrm>
          <a:off x="3232" y="1583532"/>
          <a:ext cx="3006268" cy="9169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Performance optimization, SEO, analytics</a:t>
          </a:r>
        </a:p>
      </dsp:txBody>
      <dsp:txXfrm>
        <a:off x="3232" y="1583532"/>
        <a:ext cx="3006268" cy="916911"/>
      </dsp:txXfrm>
    </dsp:sp>
    <dsp:sp modelId="{C506C574-BFC7-1A4A-AC8A-B07043391FE8}">
      <dsp:nvSpPr>
        <dsp:cNvPr id="0" name=""/>
        <dsp:cNvSpPr/>
      </dsp:nvSpPr>
      <dsp:spPr>
        <a:xfrm>
          <a:off x="3232" y="2876227"/>
          <a:ext cx="3006268" cy="9169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Content is added using a </a:t>
          </a:r>
        </a:p>
      </dsp:txBody>
      <dsp:txXfrm>
        <a:off x="3232" y="2876227"/>
        <a:ext cx="3006268" cy="916911"/>
      </dsp:txXfrm>
    </dsp:sp>
    <dsp:sp modelId="{91760D4B-5B1A-1344-BB41-2360452FA6DB}">
      <dsp:nvSpPr>
        <dsp:cNvPr id="0" name=""/>
        <dsp:cNvSpPr/>
      </dsp:nvSpPr>
      <dsp:spPr>
        <a:xfrm>
          <a:off x="3610754" y="1583532"/>
          <a:ext cx="3006268" cy="91691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CMS: upload media, publish pages</a:t>
          </a:r>
        </a:p>
      </dsp:txBody>
      <dsp:txXfrm>
        <a:off x="3610754" y="1583532"/>
        <a:ext cx="3006268" cy="916911"/>
      </dsp:txXfrm>
    </dsp:sp>
    <dsp:sp modelId="{268A7E0D-E8FB-FC4A-98B0-B9948A95EDEC}">
      <dsp:nvSpPr>
        <dsp:cNvPr id="0" name=""/>
        <dsp:cNvSpPr/>
      </dsp:nvSpPr>
      <dsp:spPr>
        <a:xfrm>
          <a:off x="3610754" y="2876227"/>
          <a:ext cx="3006268" cy="91691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Code: update files, deploy via Git</a:t>
          </a:r>
        </a:p>
      </dsp:txBody>
      <dsp:txXfrm>
        <a:off x="3610754" y="2876227"/>
        <a:ext cx="3006268" cy="916911"/>
      </dsp:txXfrm>
    </dsp:sp>
    <dsp:sp modelId="{998CE8E7-5406-7347-9246-C2531B61BE6D}">
      <dsp:nvSpPr>
        <dsp:cNvPr id="0" name=""/>
        <dsp:cNvSpPr/>
      </dsp:nvSpPr>
      <dsp:spPr>
        <a:xfrm>
          <a:off x="3610754" y="4168923"/>
          <a:ext cx="3006268" cy="91691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Automation: APIs, scheduled publishing</a:t>
          </a:r>
        </a:p>
      </dsp:txBody>
      <dsp:txXfrm>
        <a:off x="3610754" y="4168923"/>
        <a:ext cx="3006268" cy="91691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E1621B-B3FC-4592-B2AC-9CA977DE956F}">
      <dsp:nvSpPr>
        <dsp:cNvPr id="0" name=""/>
        <dsp:cNvSpPr/>
      </dsp:nvSpPr>
      <dsp:spPr>
        <a:xfrm>
          <a:off x="0" y="20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835EB2-1564-4114-A2BE-48B370A0A2FC}">
      <dsp:nvSpPr>
        <dsp:cNvPr id="0" name=""/>
        <dsp:cNvSpPr/>
      </dsp:nvSpPr>
      <dsp:spPr>
        <a:xfrm>
          <a:off x="318851" y="239241"/>
          <a:ext cx="579729" cy="5797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0550FB-A923-4FBC-9B94-20F5EF2D2108}">
      <dsp:nvSpPr>
        <dsp:cNvPr id="0" name=""/>
        <dsp:cNvSpPr/>
      </dsp:nvSpPr>
      <dsp:spPr>
        <a:xfrm>
          <a:off x="1217431" y="20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Scraped data becomes reference material for the chatbot.</a:t>
          </a:r>
        </a:p>
      </dsp:txBody>
      <dsp:txXfrm>
        <a:off x="1217431" y="2079"/>
        <a:ext cx="6088624" cy="1054053"/>
      </dsp:txXfrm>
    </dsp:sp>
    <dsp:sp modelId="{AAFAEBF1-511E-4B62-99FC-675FC66A3898}">
      <dsp:nvSpPr>
        <dsp:cNvPr id="0" name=""/>
        <dsp:cNvSpPr/>
      </dsp:nvSpPr>
      <dsp:spPr>
        <a:xfrm>
          <a:off x="0" y="1319646"/>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4F5EB2-8B79-4832-8E3A-AEAB3A4C2087}">
      <dsp:nvSpPr>
        <dsp:cNvPr id="0" name=""/>
        <dsp:cNvSpPr/>
      </dsp:nvSpPr>
      <dsp:spPr>
        <a:xfrm>
          <a:off x="318851" y="1556808"/>
          <a:ext cx="579729" cy="5797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6D17A7-CA4D-4927-BC30-77A882E188BB}">
      <dsp:nvSpPr>
        <dsp:cNvPr id="0" name=""/>
        <dsp:cNvSpPr/>
      </dsp:nvSpPr>
      <dsp:spPr>
        <a:xfrm>
          <a:off x="1217431" y="1319646"/>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Data is pre-processed and injected directly into the prompt.</a:t>
          </a:r>
        </a:p>
      </dsp:txBody>
      <dsp:txXfrm>
        <a:off x="1217431" y="1319646"/>
        <a:ext cx="6088624" cy="1054053"/>
      </dsp:txXfrm>
    </dsp:sp>
    <dsp:sp modelId="{04A23FE4-697A-4AB4-9E89-EBA48671ED0A}">
      <dsp:nvSpPr>
        <dsp:cNvPr id="0" name=""/>
        <dsp:cNvSpPr/>
      </dsp:nvSpPr>
      <dsp:spPr>
        <a:xfrm>
          <a:off x="0" y="2637212"/>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9E4FBD-B98B-4FF1-96F4-C64887852C00}">
      <dsp:nvSpPr>
        <dsp:cNvPr id="0" name=""/>
        <dsp:cNvSpPr/>
      </dsp:nvSpPr>
      <dsp:spPr>
        <a:xfrm>
          <a:off x="318851" y="2874374"/>
          <a:ext cx="579729" cy="5797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CF7F98-1A08-40A8-8528-08268A12971A}">
      <dsp:nvSpPr>
        <dsp:cNvPr id="0" name=""/>
        <dsp:cNvSpPr/>
      </dsp:nvSpPr>
      <dsp:spPr>
        <a:xfrm>
          <a:off x="1217431" y="2637212"/>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Model reads system instructions, context, and user question.</a:t>
          </a:r>
        </a:p>
      </dsp:txBody>
      <dsp:txXfrm>
        <a:off x="1217431" y="2637212"/>
        <a:ext cx="6088624" cy="1054053"/>
      </dsp:txXfrm>
    </dsp:sp>
    <dsp:sp modelId="{6926F42A-861E-4E18-BB16-7AA2A2242602}">
      <dsp:nvSpPr>
        <dsp:cNvPr id="0" name=""/>
        <dsp:cNvSpPr/>
      </dsp:nvSpPr>
      <dsp:spPr>
        <a:xfrm>
          <a:off x="0" y="39547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C4EFB5-8B94-4B43-B6CD-51CFC131624B}">
      <dsp:nvSpPr>
        <dsp:cNvPr id="0" name=""/>
        <dsp:cNvSpPr/>
      </dsp:nvSpPr>
      <dsp:spPr>
        <a:xfrm>
          <a:off x="318851" y="4191941"/>
          <a:ext cx="579729" cy="5797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43A6EE-B190-4673-9F5D-01E242F61027}">
      <dsp:nvSpPr>
        <dsp:cNvPr id="0" name=""/>
        <dsp:cNvSpPr/>
      </dsp:nvSpPr>
      <dsp:spPr>
        <a:xfrm>
          <a:off x="1217431" y="39547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This approach is known as context injection.</a:t>
          </a:r>
        </a:p>
      </dsp:txBody>
      <dsp:txXfrm>
        <a:off x="1217431" y="3954779"/>
        <a:ext cx="6088624" cy="10540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B7CBB-E096-40F7-AD53-A5EFCB064C9C}">
      <dsp:nvSpPr>
        <dsp:cNvPr id="0" name=""/>
        <dsp:cNvSpPr/>
      </dsp:nvSpPr>
      <dsp:spPr>
        <a:xfrm>
          <a:off x="0" y="20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CDA8F8-4E67-490A-AEAD-097A2DEAD65D}">
      <dsp:nvSpPr>
        <dsp:cNvPr id="0" name=""/>
        <dsp:cNvSpPr/>
      </dsp:nvSpPr>
      <dsp:spPr>
        <a:xfrm>
          <a:off x="318851" y="239241"/>
          <a:ext cx="579729" cy="5797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4368A4-C53E-4312-A126-F7A60924F601}">
      <dsp:nvSpPr>
        <dsp:cNvPr id="0" name=""/>
        <dsp:cNvSpPr/>
      </dsp:nvSpPr>
      <dsp:spPr>
        <a:xfrm>
          <a:off x="1217431" y="20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Clean and normalize scraped text.</a:t>
          </a:r>
        </a:p>
      </dsp:txBody>
      <dsp:txXfrm>
        <a:off x="1217431" y="2079"/>
        <a:ext cx="6088624" cy="1054053"/>
      </dsp:txXfrm>
    </dsp:sp>
    <dsp:sp modelId="{BB0BB87D-E74A-44DC-8F4B-4B61781792D0}">
      <dsp:nvSpPr>
        <dsp:cNvPr id="0" name=""/>
        <dsp:cNvSpPr/>
      </dsp:nvSpPr>
      <dsp:spPr>
        <a:xfrm>
          <a:off x="0" y="1319646"/>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0AAF9E-E16D-49B7-9B7B-15783A12FD51}">
      <dsp:nvSpPr>
        <dsp:cNvPr id="0" name=""/>
        <dsp:cNvSpPr/>
      </dsp:nvSpPr>
      <dsp:spPr>
        <a:xfrm>
          <a:off x="318851" y="1556808"/>
          <a:ext cx="579729" cy="5797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8FB21F-142F-4B36-9C44-49C11CFB2392}">
      <dsp:nvSpPr>
        <dsp:cNvPr id="0" name=""/>
        <dsp:cNvSpPr/>
      </dsp:nvSpPr>
      <dsp:spPr>
        <a:xfrm>
          <a:off x="1217431" y="1319646"/>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Break text into manageable sections.</a:t>
          </a:r>
        </a:p>
      </dsp:txBody>
      <dsp:txXfrm>
        <a:off x="1217431" y="1319646"/>
        <a:ext cx="6088624" cy="1054053"/>
      </dsp:txXfrm>
    </dsp:sp>
    <dsp:sp modelId="{EA4ED5E2-46A9-4B50-81FC-2691F1AABCAA}">
      <dsp:nvSpPr>
        <dsp:cNvPr id="0" name=""/>
        <dsp:cNvSpPr/>
      </dsp:nvSpPr>
      <dsp:spPr>
        <a:xfrm>
          <a:off x="0" y="2637212"/>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941200-5B8E-4691-AA60-72EEC06DD96F}">
      <dsp:nvSpPr>
        <dsp:cNvPr id="0" name=""/>
        <dsp:cNvSpPr/>
      </dsp:nvSpPr>
      <dsp:spPr>
        <a:xfrm>
          <a:off x="318851" y="2874374"/>
          <a:ext cx="579729" cy="5797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0BE83F-37EE-42FE-B75A-5004E2C0C9FD}">
      <dsp:nvSpPr>
        <dsp:cNvPr id="0" name=""/>
        <dsp:cNvSpPr/>
      </dsp:nvSpPr>
      <dsp:spPr>
        <a:xfrm>
          <a:off x="1217431" y="2637212"/>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Insert selected sections into the model prompt.</a:t>
          </a:r>
        </a:p>
      </dsp:txBody>
      <dsp:txXfrm>
        <a:off x="1217431" y="2637212"/>
        <a:ext cx="6088624" cy="1054053"/>
      </dsp:txXfrm>
    </dsp:sp>
    <dsp:sp modelId="{7BCA5CF6-DBDF-47F5-B84D-9E896B2543AC}">
      <dsp:nvSpPr>
        <dsp:cNvPr id="0" name=""/>
        <dsp:cNvSpPr/>
      </dsp:nvSpPr>
      <dsp:spPr>
        <a:xfrm>
          <a:off x="0" y="39547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65453D-96B4-49F3-B835-158E04FB9AAC}">
      <dsp:nvSpPr>
        <dsp:cNvPr id="0" name=""/>
        <dsp:cNvSpPr/>
      </dsp:nvSpPr>
      <dsp:spPr>
        <a:xfrm>
          <a:off x="318851" y="4191941"/>
          <a:ext cx="579729" cy="5797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C78D83-BEB4-4301-ACD8-BD71F2AD1AAA}">
      <dsp:nvSpPr>
        <dsp:cNvPr id="0" name=""/>
        <dsp:cNvSpPr/>
      </dsp:nvSpPr>
      <dsp:spPr>
        <a:xfrm>
          <a:off x="1217431" y="39547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Example: system instructions + context + user question.</a:t>
          </a:r>
        </a:p>
      </dsp:txBody>
      <dsp:txXfrm>
        <a:off x="1217431" y="3954779"/>
        <a:ext cx="6088624" cy="105405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EF6BDE-1190-40CC-A2FB-B1FB85130DF5}">
      <dsp:nvSpPr>
        <dsp:cNvPr id="0" name=""/>
        <dsp:cNvSpPr/>
      </dsp:nvSpPr>
      <dsp:spPr>
        <a:xfrm>
          <a:off x="0" y="20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5683F7-CBBB-4B6B-AEA9-35099FF773E0}">
      <dsp:nvSpPr>
        <dsp:cNvPr id="0" name=""/>
        <dsp:cNvSpPr/>
      </dsp:nvSpPr>
      <dsp:spPr>
        <a:xfrm>
          <a:off x="318851" y="239241"/>
          <a:ext cx="579729" cy="5797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B40351-D619-4079-B26F-1584A4918D5E}">
      <dsp:nvSpPr>
        <dsp:cNvPr id="0" name=""/>
        <dsp:cNvSpPr/>
      </dsp:nvSpPr>
      <dsp:spPr>
        <a:xfrm>
          <a:off x="1217431" y="20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GPT-like models can only read a limited number of tokens.</a:t>
          </a:r>
        </a:p>
      </dsp:txBody>
      <dsp:txXfrm>
        <a:off x="1217431" y="2079"/>
        <a:ext cx="6088624" cy="1054053"/>
      </dsp:txXfrm>
    </dsp:sp>
    <dsp:sp modelId="{7A6F11D9-FEB2-4E3B-8812-EAA76112E53B}">
      <dsp:nvSpPr>
        <dsp:cNvPr id="0" name=""/>
        <dsp:cNvSpPr/>
      </dsp:nvSpPr>
      <dsp:spPr>
        <a:xfrm>
          <a:off x="0" y="1319646"/>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B47E98-EE04-4DB7-894C-C02F819EFBE9}">
      <dsp:nvSpPr>
        <dsp:cNvPr id="0" name=""/>
        <dsp:cNvSpPr/>
      </dsp:nvSpPr>
      <dsp:spPr>
        <a:xfrm>
          <a:off x="318851" y="1556808"/>
          <a:ext cx="579729" cy="5797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693274-1EEA-4EE1-A3A3-EBCE68015870}">
      <dsp:nvSpPr>
        <dsp:cNvPr id="0" name=""/>
        <dsp:cNvSpPr/>
      </dsp:nvSpPr>
      <dsp:spPr>
        <a:xfrm>
          <a:off x="1217431" y="1319646"/>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Small models: 4k–8k tokens; mid-size: 16k–32k; large: 128k–1M.</a:t>
          </a:r>
        </a:p>
      </dsp:txBody>
      <dsp:txXfrm>
        <a:off x="1217431" y="1319646"/>
        <a:ext cx="6088624" cy="1054053"/>
      </dsp:txXfrm>
    </dsp:sp>
    <dsp:sp modelId="{543FAE4B-E781-4CE8-9B05-8A137B2D1761}">
      <dsp:nvSpPr>
        <dsp:cNvPr id="0" name=""/>
        <dsp:cNvSpPr/>
      </dsp:nvSpPr>
      <dsp:spPr>
        <a:xfrm>
          <a:off x="0" y="2637212"/>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F071D8-520F-40E7-9C42-A69871F857E4}">
      <dsp:nvSpPr>
        <dsp:cNvPr id="0" name=""/>
        <dsp:cNvSpPr/>
      </dsp:nvSpPr>
      <dsp:spPr>
        <a:xfrm>
          <a:off x="318851" y="2874374"/>
          <a:ext cx="579729" cy="5797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386056-4879-46EA-80EF-67E2371F6FFE}">
      <dsp:nvSpPr>
        <dsp:cNvPr id="0" name=""/>
        <dsp:cNvSpPr/>
      </dsp:nvSpPr>
      <dsp:spPr>
        <a:xfrm>
          <a:off x="1217431" y="2637212"/>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Long documents cannot be fully included.</a:t>
          </a:r>
        </a:p>
      </dsp:txBody>
      <dsp:txXfrm>
        <a:off x="1217431" y="2637212"/>
        <a:ext cx="6088624" cy="1054053"/>
      </dsp:txXfrm>
    </dsp:sp>
    <dsp:sp modelId="{DCC80FBF-C982-4A08-839A-C9F07A47CE60}">
      <dsp:nvSpPr>
        <dsp:cNvPr id="0" name=""/>
        <dsp:cNvSpPr/>
      </dsp:nvSpPr>
      <dsp:spPr>
        <a:xfrm>
          <a:off x="0" y="39547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D20B1E-9EF6-425A-A13A-EC586AFCDF5C}">
      <dsp:nvSpPr>
        <dsp:cNvPr id="0" name=""/>
        <dsp:cNvSpPr/>
      </dsp:nvSpPr>
      <dsp:spPr>
        <a:xfrm>
          <a:off x="318851" y="4191941"/>
          <a:ext cx="579729" cy="5797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B2C653-2482-4795-A69A-4839D4A07EEA}">
      <dsp:nvSpPr>
        <dsp:cNvPr id="0" name=""/>
        <dsp:cNvSpPr/>
      </dsp:nvSpPr>
      <dsp:spPr>
        <a:xfrm>
          <a:off x="1217431" y="39547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Summaries may lose detail; hallucination risk increases.</a:t>
          </a:r>
        </a:p>
      </dsp:txBody>
      <dsp:txXfrm>
        <a:off x="1217431" y="3954779"/>
        <a:ext cx="6088624" cy="105405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0CEEBC-B37E-40F6-8D1D-8EF173E23D08}">
      <dsp:nvSpPr>
        <dsp:cNvPr id="0" name=""/>
        <dsp:cNvSpPr/>
      </dsp:nvSpPr>
      <dsp:spPr>
        <a:xfrm>
          <a:off x="0" y="20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089E03-1A4D-49B6-8FEB-479D008DA0A4}">
      <dsp:nvSpPr>
        <dsp:cNvPr id="0" name=""/>
        <dsp:cNvSpPr/>
      </dsp:nvSpPr>
      <dsp:spPr>
        <a:xfrm>
          <a:off x="318851" y="239241"/>
          <a:ext cx="579729" cy="5797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30B564-8D43-4D64-A516-429D026910C4}">
      <dsp:nvSpPr>
        <dsp:cNvPr id="0" name=""/>
        <dsp:cNvSpPr/>
      </dsp:nvSpPr>
      <dsp:spPr>
        <a:xfrm>
          <a:off x="1217431" y="20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No retrieval logic; model cannot search data.</a:t>
          </a:r>
        </a:p>
      </dsp:txBody>
      <dsp:txXfrm>
        <a:off x="1217431" y="2079"/>
        <a:ext cx="6088624" cy="1054053"/>
      </dsp:txXfrm>
    </dsp:sp>
    <dsp:sp modelId="{00B4E679-CA63-4CC9-B2BB-38780A93BF23}">
      <dsp:nvSpPr>
        <dsp:cNvPr id="0" name=""/>
        <dsp:cNvSpPr/>
      </dsp:nvSpPr>
      <dsp:spPr>
        <a:xfrm>
          <a:off x="0" y="1319646"/>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4FB707-9373-4479-97DC-0507D7309633}">
      <dsp:nvSpPr>
        <dsp:cNvPr id="0" name=""/>
        <dsp:cNvSpPr/>
      </dsp:nvSpPr>
      <dsp:spPr>
        <a:xfrm>
          <a:off x="318851" y="1556808"/>
          <a:ext cx="579729" cy="5797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7AB339-D100-4480-B16A-B9E3DE84DBEE}">
      <dsp:nvSpPr>
        <dsp:cNvPr id="0" name=""/>
        <dsp:cNvSpPr/>
      </dsp:nvSpPr>
      <dsp:spPr>
        <a:xfrm>
          <a:off x="1217431" y="1319646"/>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No memory; each question must include needed context.</a:t>
          </a:r>
        </a:p>
      </dsp:txBody>
      <dsp:txXfrm>
        <a:off x="1217431" y="1319646"/>
        <a:ext cx="6088624" cy="1054053"/>
      </dsp:txXfrm>
    </dsp:sp>
    <dsp:sp modelId="{BF045CF5-EF69-4666-8FFF-BABB53F8E112}">
      <dsp:nvSpPr>
        <dsp:cNvPr id="0" name=""/>
        <dsp:cNvSpPr/>
      </dsp:nvSpPr>
      <dsp:spPr>
        <a:xfrm>
          <a:off x="0" y="2637212"/>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9454F5-6262-465E-B10D-F18E34F4206A}">
      <dsp:nvSpPr>
        <dsp:cNvPr id="0" name=""/>
        <dsp:cNvSpPr/>
      </dsp:nvSpPr>
      <dsp:spPr>
        <a:xfrm>
          <a:off x="318851" y="2874374"/>
          <a:ext cx="579729" cy="5797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0D5FF9-4BF4-4CC6-BF09-3669D32CA1D8}">
      <dsp:nvSpPr>
        <dsp:cNvPr id="0" name=""/>
        <dsp:cNvSpPr/>
      </dsp:nvSpPr>
      <dsp:spPr>
        <a:xfrm>
          <a:off x="1217431" y="2637212"/>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Higher hallucination risk when context is incomplete.</a:t>
          </a:r>
        </a:p>
      </dsp:txBody>
      <dsp:txXfrm>
        <a:off x="1217431" y="2637212"/>
        <a:ext cx="6088624" cy="1054053"/>
      </dsp:txXfrm>
    </dsp:sp>
    <dsp:sp modelId="{C57A6C1B-F227-4B30-8706-733238705354}">
      <dsp:nvSpPr>
        <dsp:cNvPr id="0" name=""/>
        <dsp:cNvSpPr/>
      </dsp:nvSpPr>
      <dsp:spPr>
        <a:xfrm>
          <a:off x="0" y="39547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C7C426-81C3-4499-A87F-6B2DF23459C0}">
      <dsp:nvSpPr>
        <dsp:cNvPr id="0" name=""/>
        <dsp:cNvSpPr/>
      </dsp:nvSpPr>
      <dsp:spPr>
        <a:xfrm>
          <a:off x="318851" y="4191941"/>
          <a:ext cx="579729" cy="5797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69C596-2128-4606-9FF0-E256C71569F8}">
      <dsp:nvSpPr>
        <dsp:cNvPr id="0" name=""/>
        <dsp:cNvSpPr/>
      </dsp:nvSpPr>
      <dsp:spPr>
        <a:xfrm>
          <a:off x="1217431" y="39547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90000"/>
            </a:lnSpc>
            <a:spcBef>
              <a:spcPct val="0"/>
            </a:spcBef>
            <a:spcAft>
              <a:spcPct val="35000"/>
            </a:spcAft>
            <a:buNone/>
          </a:pPr>
          <a:r>
            <a:rPr lang="en-US" sz="2200" kern="1200"/>
            <a:t>Poor scalability as data grows.</a:t>
          </a:r>
        </a:p>
      </dsp:txBody>
      <dsp:txXfrm>
        <a:off x="1217431" y="3954779"/>
        <a:ext cx="6088624" cy="105405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F7BA0C-86C0-C147-9BE7-CAC8925DDC78}">
      <dsp:nvSpPr>
        <dsp:cNvPr id="0" name=""/>
        <dsp:cNvSpPr/>
      </dsp:nvSpPr>
      <dsp:spPr>
        <a:xfrm>
          <a:off x="0" y="2446"/>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0ABFD5-02EF-0849-93E2-75840DEE5F68}">
      <dsp:nvSpPr>
        <dsp:cNvPr id="0" name=""/>
        <dsp:cNvSpPr/>
      </dsp:nvSpPr>
      <dsp:spPr>
        <a:xfrm>
          <a:off x="0" y="2446"/>
          <a:ext cx="7306056" cy="16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General-purpose GPT-like models: broad reasoning but not QA-optimized.</a:t>
          </a:r>
        </a:p>
      </dsp:txBody>
      <dsp:txXfrm>
        <a:off x="0" y="2446"/>
        <a:ext cx="7306056" cy="1668672"/>
      </dsp:txXfrm>
    </dsp:sp>
    <dsp:sp modelId="{3ABDDE58-AA62-CE47-A5C4-616C9F2057FB}">
      <dsp:nvSpPr>
        <dsp:cNvPr id="0" name=""/>
        <dsp:cNvSpPr/>
      </dsp:nvSpPr>
      <dsp:spPr>
        <a:xfrm>
          <a:off x="0" y="1671119"/>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187027-ABDE-ED4D-B5B8-E1A209537A5C}">
      <dsp:nvSpPr>
        <dsp:cNvPr id="0" name=""/>
        <dsp:cNvSpPr/>
      </dsp:nvSpPr>
      <dsp:spPr>
        <a:xfrm>
          <a:off x="0" y="1671119"/>
          <a:ext cx="7306056" cy="16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QA-optimized models: trained on QA datasets; better grounding and accuracy.</a:t>
          </a:r>
        </a:p>
      </dsp:txBody>
      <dsp:txXfrm>
        <a:off x="0" y="1671119"/>
        <a:ext cx="7306056" cy="1668672"/>
      </dsp:txXfrm>
    </dsp:sp>
    <dsp:sp modelId="{E0786F2B-3848-2F4B-8F54-8854C8E2C86F}">
      <dsp:nvSpPr>
        <dsp:cNvPr id="0" name=""/>
        <dsp:cNvSpPr/>
      </dsp:nvSpPr>
      <dsp:spPr>
        <a:xfrm>
          <a:off x="0" y="3339792"/>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DE8AFF-A4ED-864E-85D6-D05352348190}">
      <dsp:nvSpPr>
        <dsp:cNvPr id="0" name=""/>
        <dsp:cNvSpPr/>
      </dsp:nvSpPr>
      <dsp:spPr>
        <a:xfrm>
          <a:off x="0" y="3339792"/>
          <a:ext cx="7306056" cy="16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Domain-specific models: tuned for legal, medical, financial, or technical content.</a:t>
          </a:r>
        </a:p>
      </dsp:txBody>
      <dsp:txXfrm>
        <a:off x="0" y="3339792"/>
        <a:ext cx="7306056" cy="166867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498E97-B58F-4D7C-9364-E04C14C64CC7}">
      <dsp:nvSpPr>
        <dsp:cNvPr id="0" name=""/>
        <dsp:cNvSpPr/>
      </dsp:nvSpPr>
      <dsp:spPr>
        <a:xfrm>
          <a:off x="0" y="2231"/>
          <a:ext cx="6620255" cy="1130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0DBDC9-A5B3-4A01-BE2C-C506E8C3FE12}">
      <dsp:nvSpPr>
        <dsp:cNvPr id="0" name=""/>
        <dsp:cNvSpPr/>
      </dsp:nvSpPr>
      <dsp:spPr>
        <a:xfrm>
          <a:off x="342124" y="256704"/>
          <a:ext cx="622045" cy="6220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7C9432-B49C-4E5F-872B-C48750D3411D}">
      <dsp:nvSpPr>
        <dsp:cNvPr id="0" name=""/>
        <dsp:cNvSpPr/>
      </dsp:nvSpPr>
      <dsp:spPr>
        <a:xfrm>
          <a:off x="1306295" y="2231"/>
          <a:ext cx="5313960" cy="113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7" tIns="119697" rIns="119697" bIns="119697" numCol="1" spcCol="1270" anchor="ctr" anchorCtr="0">
          <a:noAutofit/>
        </a:bodyPr>
        <a:lstStyle/>
        <a:p>
          <a:pPr marL="0" lvl="0" indent="0" algn="l" defTabSz="977900">
            <a:lnSpc>
              <a:spcPct val="90000"/>
            </a:lnSpc>
            <a:spcBef>
              <a:spcPct val="0"/>
            </a:spcBef>
            <a:spcAft>
              <a:spcPct val="35000"/>
            </a:spcAft>
            <a:buNone/>
          </a:pPr>
          <a:r>
            <a:rPr lang="en-US" sz="2200" kern="1200"/>
            <a:t>QA models locate relevant information in provided text.</a:t>
          </a:r>
        </a:p>
      </dsp:txBody>
      <dsp:txXfrm>
        <a:off x="1306295" y="2231"/>
        <a:ext cx="5313960" cy="1130991"/>
      </dsp:txXfrm>
    </dsp:sp>
    <dsp:sp modelId="{F616C840-613B-4D8F-ADAB-CD61E89A9CE0}">
      <dsp:nvSpPr>
        <dsp:cNvPr id="0" name=""/>
        <dsp:cNvSpPr/>
      </dsp:nvSpPr>
      <dsp:spPr>
        <a:xfrm>
          <a:off x="0" y="1415970"/>
          <a:ext cx="6620255" cy="1130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5F3ECA-62E9-4687-9E32-AD41353AF7CA}">
      <dsp:nvSpPr>
        <dsp:cNvPr id="0" name=""/>
        <dsp:cNvSpPr/>
      </dsp:nvSpPr>
      <dsp:spPr>
        <a:xfrm>
          <a:off x="342124" y="1670443"/>
          <a:ext cx="622045" cy="6220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E30DBC-DE60-480B-8FEA-3BD8975BF6BE}">
      <dsp:nvSpPr>
        <dsp:cNvPr id="0" name=""/>
        <dsp:cNvSpPr/>
      </dsp:nvSpPr>
      <dsp:spPr>
        <a:xfrm>
          <a:off x="1306295" y="1415970"/>
          <a:ext cx="5313960" cy="113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7" tIns="119697" rIns="119697" bIns="119697" numCol="1" spcCol="1270" anchor="ctr" anchorCtr="0">
          <a:noAutofit/>
        </a:bodyPr>
        <a:lstStyle/>
        <a:p>
          <a:pPr marL="0" lvl="0" indent="0" algn="l" defTabSz="977900">
            <a:lnSpc>
              <a:spcPct val="90000"/>
            </a:lnSpc>
            <a:spcBef>
              <a:spcPct val="0"/>
            </a:spcBef>
            <a:spcAft>
              <a:spcPct val="35000"/>
            </a:spcAft>
            <a:buNone/>
          </a:pPr>
          <a:r>
            <a:rPr lang="en-US" sz="2200" kern="1200"/>
            <a:t>They avoid answering when context is missing.</a:t>
          </a:r>
        </a:p>
      </dsp:txBody>
      <dsp:txXfrm>
        <a:off x="1306295" y="1415970"/>
        <a:ext cx="5313960" cy="1130991"/>
      </dsp:txXfrm>
    </dsp:sp>
    <dsp:sp modelId="{0D930293-77B4-4899-BACC-725464B34649}">
      <dsp:nvSpPr>
        <dsp:cNvPr id="0" name=""/>
        <dsp:cNvSpPr/>
      </dsp:nvSpPr>
      <dsp:spPr>
        <a:xfrm>
          <a:off x="0" y="2829709"/>
          <a:ext cx="6620255" cy="1130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B2647B-1DD1-4307-9466-0390B2E002CC}">
      <dsp:nvSpPr>
        <dsp:cNvPr id="0" name=""/>
        <dsp:cNvSpPr/>
      </dsp:nvSpPr>
      <dsp:spPr>
        <a:xfrm>
          <a:off x="342124" y="3084182"/>
          <a:ext cx="622045" cy="6220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38D9D4-61F0-4AE1-94A0-09EB6F396C75}">
      <dsp:nvSpPr>
        <dsp:cNvPr id="0" name=""/>
        <dsp:cNvSpPr/>
      </dsp:nvSpPr>
      <dsp:spPr>
        <a:xfrm>
          <a:off x="1306295" y="2829709"/>
          <a:ext cx="5313960" cy="113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7" tIns="119697" rIns="119697" bIns="119697" numCol="1" spcCol="1270" anchor="ctr" anchorCtr="0">
          <a:noAutofit/>
        </a:bodyPr>
        <a:lstStyle/>
        <a:p>
          <a:pPr marL="0" lvl="0" indent="0" algn="l" defTabSz="977900">
            <a:lnSpc>
              <a:spcPct val="90000"/>
            </a:lnSpc>
            <a:spcBef>
              <a:spcPct val="0"/>
            </a:spcBef>
            <a:spcAft>
              <a:spcPct val="35000"/>
            </a:spcAft>
            <a:buNone/>
          </a:pPr>
          <a:r>
            <a:rPr lang="en-US" sz="2200" kern="1200"/>
            <a:t>They follow grounding rules and reduce hallucinations.</a:t>
          </a:r>
        </a:p>
      </dsp:txBody>
      <dsp:txXfrm>
        <a:off x="1306295" y="2829709"/>
        <a:ext cx="5313960" cy="1130991"/>
      </dsp:txXfrm>
    </dsp:sp>
    <dsp:sp modelId="{E6A4DE46-BD32-4A94-B858-F5C4D5D8DF9D}">
      <dsp:nvSpPr>
        <dsp:cNvPr id="0" name=""/>
        <dsp:cNvSpPr/>
      </dsp:nvSpPr>
      <dsp:spPr>
        <a:xfrm>
          <a:off x="0" y="4243449"/>
          <a:ext cx="6620255" cy="1130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E2081B-B820-4951-8776-DAB6C1F2DBDE}">
      <dsp:nvSpPr>
        <dsp:cNvPr id="0" name=""/>
        <dsp:cNvSpPr/>
      </dsp:nvSpPr>
      <dsp:spPr>
        <a:xfrm>
          <a:off x="342124" y="4497922"/>
          <a:ext cx="622045" cy="6220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620B74-F262-433C-9C17-8DF962217EC8}">
      <dsp:nvSpPr>
        <dsp:cNvPr id="0" name=""/>
        <dsp:cNvSpPr/>
      </dsp:nvSpPr>
      <dsp:spPr>
        <a:xfrm>
          <a:off x="1306295" y="4243449"/>
          <a:ext cx="5313960" cy="113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7" tIns="119697" rIns="119697" bIns="119697" numCol="1" spcCol="1270" anchor="ctr" anchorCtr="0">
          <a:noAutofit/>
        </a:bodyPr>
        <a:lstStyle/>
        <a:p>
          <a:pPr marL="0" lvl="0" indent="0" algn="l" defTabSz="977900">
            <a:lnSpc>
              <a:spcPct val="90000"/>
            </a:lnSpc>
            <a:spcBef>
              <a:spcPct val="0"/>
            </a:spcBef>
            <a:spcAft>
              <a:spcPct val="35000"/>
            </a:spcAft>
            <a:buNone/>
          </a:pPr>
          <a:r>
            <a:rPr lang="en-US" sz="2200" kern="1200"/>
            <a:t>Improve accuracy, reliability, and user trust.</a:t>
          </a:r>
        </a:p>
      </dsp:txBody>
      <dsp:txXfrm>
        <a:off x="1306295" y="4243449"/>
        <a:ext cx="5313960" cy="113099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EC9ED5-141F-9F4A-973C-5DC643B68E8F}" type="datetimeFigureOut">
              <a:rPr lang="en-US" smtClean="0"/>
              <a:t>1/27/26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8CF79C-27E8-8A4B-81A9-1A3D352B6C09}" type="slidenum">
              <a:rPr lang="en-US" smtClean="0"/>
              <a:t>‹#›</a:t>
            </a:fld>
            <a:endParaRPr lang="en-US"/>
          </a:p>
        </p:txBody>
      </p:sp>
    </p:spTree>
    <p:extLst>
      <p:ext uri="{BB962C8B-B14F-4D97-AF65-F5344CB8AC3E}">
        <p14:creationId xmlns:p14="http://schemas.microsoft.com/office/powerpoint/2010/main" val="2921367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8CF79C-27E8-8A4B-81A9-1A3D352B6C09}" type="slidenum">
              <a:rPr lang="en-US" smtClean="0"/>
              <a:t>1</a:t>
            </a:fld>
            <a:endParaRPr lang="en-US"/>
          </a:p>
        </p:txBody>
      </p:sp>
    </p:spTree>
    <p:extLst>
      <p:ext uri="{BB962C8B-B14F-4D97-AF65-F5344CB8AC3E}">
        <p14:creationId xmlns:p14="http://schemas.microsoft.com/office/powerpoint/2010/main" val="1726568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8CF79C-27E8-8A4B-81A9-1A3D352B6C09}" type="slidenum">
              <a:rPr lang="en-US" smtClean="0"/>
              <a:t>2</a:t>
            </a:fld>
            <a:endParaRPr lang="en-US"/>
          </a:p>
        </p:txBody>
      </p:sp>
    </p:spTree>
    <p:extLst>
      <p:ext uri="{BB962C8B-B14F-4D97-AF65-F5344CB8AC3E}">
        <p14:creationId xmlns:p14="http://schemas.microsoft.com/office/powerpoint/2010/main" val="2072140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9" name="Google Shape;929;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4" name="Google Shape;924;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5" name="Google Shape;935;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1" name="Google Shape;66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2" name="Google Shape;942;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2" name="Google Shape;962;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5" name="Google Shape;985;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4" name="Google Shape;994;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4" name="Google Shape;1024;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2" name="Google Shape;1032;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9" name="Google Shape;1039;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a:extLst>
            <a:ext uri="{FF2B5EF4-FFF2-40B4-BE49-F238E27FC236}">
              <a16:creationId xmlns:a16="http://schemas.microsoft.com/office/drawing/2014/main" id="{C4333705-3977-9DD4-DD32-695FBA959219}"/>
            </a:ext>
          </a:extLst>
        </p:cNvPr>
        <p:cNvGrpSpPr/>
        <p:nvPr/>
      </p:nvGrpSpPr>
      <p:grpSpPr>
        <a:xfrm>
          <a:off x="0" y="0"/>
          <a:ext cx="0" cy="0"/>
          <a:chOff x="0" y="0"/>
          <a:chExt cx="0" cy="0"/>
        </a:xfrm>
      </p:grpSpPr>
      <p:sp>
        <p:nvSpPr>
          <p:cNvPr id="923" name="Google Shape;923;p78:notes">
            <a:extLst>
              <a:ext uri="{FF2B5EF4-FFF2-40B4-BE49-F238E27FC236}">
                <a16:creationId xmlns:a16="http://schemas.microsoft.com/office/drawing/2014/main" id="{7B41DE4F-F136-38F9-B544-3866CD9D26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4" name="Google Shape;924;p78:notes">
            <a:extLst>
              <a:ext uri="{FF2B5EF4-FFF2-40B4-BE49-F238E27FC236}">
                <a16:creationId xmlns:a16="http://schemas.microsoft.com/office/drawing/2014/main" id="{CFD00288-70FC-2755-74A6-26ACC73EB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1054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a:extLst>
            <a:ext uri="{FF2B5EF4-FFF2-40B4-BE49-F238E27FC236}">
              <a16:creationId xmlns:a16="http://schemas.microsoft.com/office/drawing/2014/main" id="{8C60BD7D-9AB9-F94D-D266-A124CBB6519D}"/>
            </a:ext>
          </a:extLst>
        </p:cNvPr>
        <p:cNvGrpSpPr/>
        <p:nvPr/>
      </p:nvGrpSpPr>
      <p:grpSpPr>
        <a:xfrm>
          <a:off x="0" y="0"/>
          <a:ext cx="0" cy="0"/>
          <a:chOff x="0" y="0"/>
          <a:chExt cx="0" cy="0"/>
        </a:xfrm>
      </p:grpSpPr>
      <p:sp>
        <p:nvSpPr>
          <p:cNvPr id="923" name="Google Shape;923;p78:notes">
            <a:extLst>
              <a:ext uri="{FF2B5EF4-FFF2-40B4-BE49-F238E27FC236}">
                <a16:creationId xmlns:a16="http://schemas.microsoft.com/office/drawing/2014/main" id="{A022FDF1-B196-A1CC-0129-4534A7B06B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4" name="Google Shape;924;p78:notes">
            <a:extLst>
              <a:ext uri="{FF2B5EF4-FFF2-40B4-BE49-F238E27FC236}">
                <a16:creationId xmlns:a16="http://schemas.microsoft.com/office/drawing/2014/main" id="{BA1CA79C-9EAF-788C-2CAB-0AEDF9C00D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2617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a:extLst>
            <a:ext uri="{FF2B5EF4-FFF2-40B4-BE49-F238E27FC236}">
              <a16:creationId xmlns:a16="http://schemas.microsoft.com/office/drawing/2014/main" id="{B0AF8E57-07FA-01AA-7CC9-D5170125E28F}"/>
            </a:ext>
          </a:extLst>
        </p:cNvPr>
        <p:cNvGrpSpPr/>
        <p:nvPr/>
      </p:nvGrpSpPr>
      <p:grpSpPr>
        <a:xfrm>
          <a:off x="0" y="0"/>
          <a:ext cx="0" cy="0"/>
          <a:chOff x="0" y="0"/>
          <a:chExt cx="0" cy="0"/>
        </a:xfrm>
      </p:grpSpPr>
      <p:sp>
        <p:nvSpPr>
          <p:cNvPr id="923" name="Google Shape;923;p78:notes">
            <a:extLst>
              <a:ext uri="{FF2B5EF4-FFF2-40B4-BE49-F238E27FC236}">
                <a16:creationId xmlns:a16="http://schemas.microsoft.com/office/drawing/2014/main" id="{63F515CD-30AF-45ED-1E77-E6E1E5678C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4" name="Google Shape;924;p78:notes">
            <a:extLst>
              <a:ext uri="{FF2B5EF4-FFF2-40B4-BE49-F238E27FC236}">
                <a16:creationId xmlns:a16="http://schemas.microsoft.com/office/drawing/2014/main" id="{8471572C-47D6-D544-CA19-DFE7C31F41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457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a:extLst>
            <a:ext uri="{FF2B5EF4-FFF2-40B4-BE49-F238E27FC236}">
              <a16:creationId xmlns:a16="http://schemas.microsoft.com/office/drawing/2014/main" id="{CFD4E141-2798-BD1B-E7CD-36471351E078}"/>
            </a:ext>
          </a:extLst>
        </p:cNvPr>
        <p:cNvGrpSpPr/>
        <p:nvPr/>
      </p:nvGrpSpPr>
      <p:grpSpPr>
        <a:xfrm>
          <a:off x="0" y="0"/>
          <a:ext cx="0" cy="0"/>
          <a:chOff x="0" y="0"/>
          <a:chExt cx="0" cy="0"/>
        </a:xfrm>
      </p:grpSpPr>
      <p:sp>
        <p:nvSpPr>
          <p:cNvPr id="923" name="Google Shape;923;p78:notes">
            <a:extLst>
              <a:ext uri="{FF2B5EF4-FFF2-40B4-BE49-F238E27FC236}">
                <a16:creationId xmlns:a16="http://schemas.microsoft.com/office/drawing/2014/main" id="{1BFFDDA9-DB18-9773-9D35-C57522A344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4" name="Google Shape;924;p78:notes">
            <a:extLst>
              <a:ext uri="{FF2B5EF4-FFF2-40B4-BE49-F238E27FC236}">
                <a16:creationId xmlns:a16="http://schemas.microsoft.com/office/drawing/2014/main" id="{902905CA-834F-ECE7-9224-B4E3DB1F9B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162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7" name="Google Shape;53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a:extLst>
            <a:ext uri="{FF2B5EF4-FFF2-40B4-BE49-F238E27FC236}">
              <a16:creationId xmlns:a16="http://schemas.microsoft.com/office/drawing/2014/main" id="{79CA0CF3-F106-52E1-2490-FD3010851016}"/>
            </a:ext>
          </a:extLst>
        </p:cNvPr>
        <p:cNvGrpSpPr/>
        <p:nvPr/>
      </p:nvGrpSpPr>
      <p:grpSpPr>
        <a:xfrm>
          <a:off x="0" y="0"/>
          <a:ext cx="0" cy="0"/>
          <a:chOff x="0" y="0"/>
          <a:chExt cx="0" cy="0"/>
        </a:xfrm>
      </p:grpSpPr>
      <p:sp>
        <p:nvSpPr>
          <p:cNvPr id="820" name="Google Shape;820;p65:notes">
            <a:extLst>
              <a:ext uri="{FF2B5EF4-FFF2-40B4-BE49-F238E27FC236}">
                <a16:creationId xmlns:a16="http://schemas.microsoft.com/office/drawing/2014/main" id="{44A6EC35-633A-4106-8374-1C4D9B7EBE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65:notes">
            <a:extLst>
              <a:ext uri="{FF2B5EF4-FFF2-40B4-BE49-F238E27FC236}">
                <a16:creationId xmlns:a16="http://schemas.microsoft.com/office/drawing/2014/main" id="{0BDB6FC1-63BE-9EC3-AEFE-4AE9B9165F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89775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6" name="Google Shape;1046;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38061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a:extLst>
            <a:ext uri="{FF2B5EF4-FFF2-40B4-BE49-F238E27FC236}">
              <a16:creationId xmlns:a16="http://schemas.microsoft.com/office/drawing/2014/main" id="{62FFC37C-E0FF-809D-FCA9-50D53164DEF1}"/>
            </a:ext>
          </a:extLst>
        </p:cNvPr>
        <p:cNvGrpSpPr/>
        <p:nvPr/>
      </p:nvGrpSpPr>
      <p:grpSpPr>
        <a:xfrm>
          <a:off x="0" y="0"/>
          <a:ext cx="0" cy="0"/>
          <a:chOff x="0" y="0"/>
          <a:chExt cx="0" cy="0"/>
        </a:xfrm>
      </p:grpSpPr>
      <p:sp>
        <p:nvSpPr>
          <p:cNvPr id="923" name="Google Shape;923;p78:notes">
            <a:extLst>
              <a:ext uri="{FF2B5EF4-FFF2-40B4-BE49-F238E27FC236}">
                <a16:creationId xmlns:a16="http://schemas.microsoft.com/office/drawing/2014/main" id="{A8DFD65F-205A-7824-2A33-729AE63CEB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4" name="Google Shape;924;p78:notes">
            <a:extLst>
              <a:ext uri="{FF2B5EF4-FFF2-40B4-BE49-F238E27FC236}">
                <a16:creationId xmlns:a16="http://schemas.microsoft.com/office/drawing/2014/main" id="{2B06625F-EF9E-6BE7-3DE0-049EA0FD8B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3630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49533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a:xfrm>
            <a:off x="518160" y="860962"/>
            <a:ext cx="11155680" cy="93428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a:xfrm>
            <a:off x="518160" y="1922049"/>
            <a:ext cx="1115568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62636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093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81249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3531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4869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984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3297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78624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13167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1/27/26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539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15403" y="846673"/>
            <a:ext cx="11155680" cy="86025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15403" y="1898592"/>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1/27/26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9598786"/>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74" r:id="rId6"/>
    <p:sldLayoutId id="2147483769" r:id="rId7"/>
    <p:sldLayoutId id="2147483770" r:id="rId8"/>
    <p:sldLayoutId id="2147483771" r:id="rId9"/>
    <p:sldLayoutId id="2147483773" r:id="rId10"/>
    <p:sldLayoutId id="2147483772"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cloud.google.com/vertex-ai/generative-ai/docs/learn/prompts/adjust-parameter-values#temperatur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huggingface.co/model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hyperlink" Target="https://huggingface.co/model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hyperlink" Target="https://huggingface.co/model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rowenchris.github.io/LearnCurv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n abstract genetic concept">
            <a:extLst>
              <a:ext uri="{FF2B5EF4-FFF2-40B4-BE49-F238E27FC236}">
                <a16:creationId xmlns:a16="http://schemas.microsoft.com/office/drawing/2014/main" id="{F74CAF74-2415-4D2C-3817-9A16A9B56A3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48E737A-586D-26BC-5ECB-5B2B432F7DB3}"/>
              </a:ext>
            </a:extLst>
          </p:cNvPr>
          <p:cNvSpPr>
            <a:spLocks noGrp="1"/>
          </p:cNvSpPr>
          <p:nvPr>
            <p:ph type="ctrTitle"/>
          </p:nvPr>
        </p:nvSpPr>
        <p:spPr>
          <a:xfrm>
            <a:off x="1879897" y="250563"/>
            <a:ext cx="8196431" cy="960120"/>
          </a:xfrm>
          <a:ln>
            <a:noFill/>
          </a:ln>
        </p:spPr>
        <p:txBody>
          <a:bodyPr anchor="ctr">
            <a:normAutofit/>
          </a:bodyPr>
          <a:lstStyle/>
          <a:p>
            <a:pPr algn="ctr"/>
            <a:r>
              <a:rPr lang="en-US" sz="5400" dirty="0"/>
              <a:t>Boot Camp</a:t>
            </a:r>
          </a:p>
        </p:txBody>
      </p:sp>
      <p:sp>
        <p:nvSpPr>
          <p:cNvPr id="3" name="Title 1">
            <a:extLst>
              <a:ext uri="{FF2B5EF4-FFF2-40B4-BE49-F238E27FC236}">
                <a16:creationId xmlns:a16="http://schemas.microsoft.com/office/drawing/2014/main" id="{DC4D7117-D9BC-57EF-D2C7-AC46BD9BCC31}"/>
              </a:ext>
            </a:extLst>
          </p:cNvPr>
          <p:cNvSpPr txBox="1">
            <a:spLocks/>
          </p:cNvSpPr>
          <p:nvPr/>
        </p:nvSpPr>
        <p:spPr>
          <a:xfrm>
            <a:off x="1228436" y="1778616"/>
            <a:ext cx="9970951" cy="3414248"/>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Understanding and building large language model (LLM) applications</a:t>
            </a:r>
          </a:p>
        </p:txBody>
      </p:sp>
    </p:spTree>
    <p:extLst>
      <p:ext uri="{BB962C8B-B14F-4D97-AF65-F5344CB8AC3E}">
        <p14:creationId xmlns:p14="http://schemas.microsoft.com/office/powerpoint/2010/main" val="289014474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4" name="Rectangle 23">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Complex math formulas on a blackboard">
            <a:extLst>
              <a:ext uri="{FF2B5EF4-FFF2-40B4-BE49-F238E27FC236}">
                <a16:creationId xmlns:a16="http://schemas.microsoft.com/office/drawing/2014/main" id="{1E22BC5A-4CAB-3D12-496C-FC3E38069480}"/>
              </a:ext>
            </a:extLst>
          </p:cNvPr>
          <p:cNvPicPr>
            <a:picLocks noChangeAspect="1"/>
          </p:cNvPicPr>
          <p:nvPr/>
        </p:nvPicPr>
        <p:blipFill>
          <a:blip r:embed="rId3" cstate="screen">
            <a:alphaModFix amt="40000"/>
            <a:extLst>
              <a:ext uri="{28A0092B-C50C-407E-A947-70E740481C1C}">
                <a14:useLocalDpi xmlns:a14="http://schemas.microsoft.com/office/drawing/2010/main"/>
              </a:ext>
            </a:extLst>
          </a:blip>
          <a:srcRect/>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5CBD8DE6-9A88-9E21-4AD8-23F7203D5C44}"/>
              </a:ext>
            </a:extLst>
          </p:cNvPr>
          <p:cNvSpPr>
            <a:spLocks noGrp="1"/>
          </p:cNvSpPr>
          <p:nvPr>
            <p:ph type="title"/>
          </p:nvPr>
        </p:nvSpPr>
        <p:spPr>
          <a:xfrm>
            <a:off x="517870" y="978407"/>
            <a:ext cx="5021182" cy="1333869"/>
          </a:xfrm>
        </p:spPr>
        <p:txBody>
          <a:bodyPr vert="horz" lIns="91440" tIns="45720" rIns="91440" bIns="45720" rtlCol="0" anchor="t">
            <a:normAutofit/>
          </a:bodyPr>
          <a:lstStyle/>
          <a:p>
            <a:r>
              <a:rPr lang="en-US" sz="6000" dirty="0">
                <a:solidFill>
                  <a:srgbClr val="FFFFFF"/>
                </a:solidFill>
              </a:rPr>
              <a:t>Our Vision</a:t>
            </a:r>
          </a:p>
        </p:txBody>
      </p:sp>
      <p:sp>
        <p:nvSpPr>
          <p:cNvPr id="26" name="Rectangle 25">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3FE27A9-E7BE-287B-70DB-FD33138D5F89}"/>
              </a:ext>
            </a:extLst>
          </p:cNvPr>
          <p:cNvSpPr txBox="1"/>
          <p:nvPr/>
        </p:nvSpPr>
        <p:spPr>
          <a:xfrm>
            <a:off x="666346" y="3345396"/>
            <a:ext cx="10856259" cy="1077218"/>
          </a:xfrm>
          <a:prstGeom prst="rect">
            <a:avLst/>
          </a:prstGeom>
          <a:noFill/>
        </p:spPr>
        <p:txBody>
          <a:bodyPr wrap="square" rtlCol="0">
            <a:spAutoFit/>
          </a:bodyPr>
          <a:lstStyle/>
          <a:p>
            <a:pPr algn="ctr"/>
            <a:r>
              <a:rPr lang="en-US" sz="3200" dirty="0"/>
              <a:t>Empower high school students with the skills, knowledge, and critical thinking to thrive in AI driven future</a:t>
            </a:r>
          </a:p>
        </p:txBody>
      </p:sp>
    </p:spTree>
    <p:extLst>
      <p:ext uri="{BB962C8B-B14F-4D97-AF65-F5344CB8AC3E}">
        <p14:creationId xmlns:p14="http://schemas.microsoft.com/office/powerpoint/2010/main" val="311220541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EB53-A6FF-897A-726D-770E1336182B}"/>
              </a:ext>
            </a:extLst>
          </p:cNvPr>
          <p:cNvSpPr>
            <a:spLocks noGrp="1"/>
          </p:cNvSpPr>
          <p:nvPr>
            <p:ph type="title"/>
          </p:nvPr>
        </p:nvSpPr>
        <p:spPr/>
        <p:txBody>
          <a:bodyPr/>
          <a:lstStyle/>
          <a:p>
            <a:r>
              <a:rPr lang="en-US" dirty="0"/>
              <a:t>Before we begin</a:t>
            </a:r>
          </a:p>
        </p:txBody>
      </p:sp>
      <p:sp>
        <p:nvSpPr>
          <p:cNvPr id="3" name="Content Placeholder 2">
            <a:extLst>
              <a:ext uri="{FF2B5EF4-FFF2-40B4-BE49-F238E27FC236}">
                <a16:creationId xmlns:a16="http://schemas.microsoft.com/office/drawing/2014/main" id="{9E67E899-8D17-9239-C84E-DBDD74313CEB}"/>
              </a:ext>
            </a:extLst>
          </p:cNvPr>
          <p:cNvSpPr>
            <a:spLocks noGrp="1"/>
          </p:cNvSpPr>
          <p:nvPr>
            <p:ph idx="1"/>
          </p:nvPr>
        </p:nvSpPr>
        <p:spPr/>
        <p:txBody>
          <a:bodyPr>
            <a:normAutofit/>
          </a:bodyPr>
          <a:lstStyle/>
          <a:p>
            <a:r>
              <a:rPr lang="en-US" sz="3200" dirty="0"/>
              <a:t>Introduce yourself</a:t>
            </a:r>
          </a:p>
          <a:p>
            <a:pPr lvl="1"/>
            <a:r>
              <a:rPr lang="en-US" sz="2800" dirty="0"/>
              <a:t>Your interest in AI</a:t>
            </a:r>
          </a:p>
          <a:p>
            <a:pPr lvl="1"/>
            <a:r>
              <a:rPr lang="en-US" sz="2800" dirty="0"/>
              <a:t>Current understanding of AI and coding</a:t>
            </a:r>
          </a:p>
          <a:p>
            <a:pPr lvl="1"/>
            <a:r>
              <a:rPr lang="en-US" sz="2800" dirty="0"/>
              <a:t>What you wish to achieve from this class</a:t>
            </a:r>
          </a:p>
        </p:txBody>
      </p:sp>
    </p:spTree>
    <p:extLst>
      <p:ext uri="{BB962C8B-B14F-4D97-AF65-F5344CB8AC3E}">
        <p14:creationId xmlns:p14="http://schemas.microsoft.com/office/powerpoint/2010/main" val="251770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7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dirty="0"/>
              <a:t>AGENDA</a:t>
            </a:r>
            <a:endParaRPr dirty="0"/>
          </a:p>
        </p:txBody>
      </p:sp>
      <p:sp>
        <p:nvSpPr>
          <p:cNvPr id="932" name="Google Shape;932;p79"/>
          <p:cNvSpPr txBox="1">
            <a:spLocks noGrp="1"/>
          </p:cNvSpPr>
          <p:nvPr>
            <p:ph type="body" idx="1"/>
          </p:nvPr>
        </p:nvSpPr>
        <p:spPr>
          <a:xfrm>
            <a:off x="1451580" y="1631852"/>
            <a:ext cx="3225352" cy="4656406"/>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120000"/>
              </a:lnSpc>
              <a:spcBef>
                <a:spcPts val="0"/>
              </a:spcBef>
              <a:spcAft>
                <a:spcPts val="0"/>
              </a:spcAft>
              <a:buSzPct val="100000"/>
              <a:buChar char="•"/>
            </a:pPr>
            <a:r>
              <a:rPr lang="en-US" sz="1100" dirty="0"/>
              <a:t>Introduction</a:t>
            </a:r>
            <a:endParaRPr sz="1000" dirty="0"/>
          </a:p>
          <a:p>
            <a:pPr lvl="0">
              <a:lnSpc>
                <a:spcPct val="120000"/>
              </a:lnSpc>
              <a:buSzPct val="100000"/>
            </a:pPr>
            <a:r>
              <a:rPr lang="en-US" sz="1100" dirty="0"/>
              <a:t>Crash course in AI Models</a:t>
            </a:r>
          </a:p>
          <a:p>
            <a:pPr lvl="1">
              <a:lnSpc>
                <a:spcPct val="120000"/>
              </a:lnSpc>
              <a:buSzPct val="100000"/>
            </a:pPr>
            <a:r>
              <a:rPr lang="en-US" sz="1000" dirty="0" err="1"/>
              <a:t>HuggingFace</a:t>
            </a:r>
            <a:r>
              <a:rPr lang="en-US" sz="1000" dirty="0"/>
              <a:t> Playground</a:t>
            </a:r>
          </a:p>
          <a:p>
            <a:pPr lvl="1">
              <a:lnSpc>
                <a:spcPct val="120000"/>
              </a:lnSpc>
              <a:buSzPct val="100000"/>
            </a:pPr>
            <a:r>
              <a:rPr lang="en-US" sz="1000" dirty="0"/>
              <a:t>Model, roles, control parameters</a:t>
            </a:r>
          </a:p>
          <a:p>
            <a:pPr marL="228600" lvl="0" indent="-228600" algn="l" rtl="0">
              <a:lnSpc>
                <a:spcPct val="120000"/>
              </a:lnSpc>
              <a:spcBef>
                <a:spcPts val="1000"/>
              </a:spcBef>
              <a:spcAft>
                <a:spcPts val="0"/>
              </a:spcAft>
              <a:buSzPct val="100000"/>
              <a:buChar char="•"/>
            </a:pPr>
            <a:r>
              <a:rPr lang="en-US" sz="1100" dirty="0"/>
              <a:t>Understanding  AI models</a:t>
            </a:r>
          </a:p>
          <a:p>
            <a:pPr lvl="1">
              <a:lnSpc>
                <a:spcPct val="120000"/>
              </a:lnSpc>
              <a:spcBef>
                <a:spcPts val="1000"/>
              </a:spcBef>
              <a:buSzPct val="100000"/>
            </a:pPr>
            <a:r>
              <a:rPr lang="en-US" sz="900" dirty="0"/>
              <a:t>English, algebra and geometry of a model</a:t>
            </a:r>
          </a:p>
          <a:p>
            <a:pPr lvl="1">
              <a:lnSpc>
                <a:spcPct val="120000"/>
              </a:lnSpc>
              <a:spcBef>
                <a:spcPts val="1000"/>
              </a:spcBef>
              <a:buSzPct val="100000"/>
            </a:pPr>
            <a:r>
              <a:rPr lang="en-US" sz="900" dirty="0"/>
              <a:t>AI vs programming</a:t>
            </a:r>
          </a:p>
          <a:p>
            <a:pPr marL="228600" lvl="0" indent="-228600" algn="l" rtl="0">
              <a:lnSpc>
                <a:spcPct val="120000"/>
              </a:lnSpc>
              <a:spcBef>
                <a:spcPts val="1000"/>
              </a:spcBef>
              <a:spcAft>
                <a:spcPts val="0"/>
              </a:spcAft>
              <a:buSzPct val="100000"/>
              <a:buChar char="•"/>
            </a:pPr>
            <a:r>
              <a:rPr lang="en-US" sz="1100" dirty="0"/>
              <a:t>Basics of language model</a:t>
            </a:r>
          </a:p>
          <a:p>
            <a:pPr lvl="1">
              <a:lnSpc>
                <a:spcPct val="120000"/>
              </a:lnSpc>
              <a:spcBef>
                <a:spcPts val="1000"/>
              </a:spcBef>
              <a:buSzPct val="100000"/>
            </a:pPr>
            <a:r>
              <a:rPr lang="en-US" sz="900" dirty="0"/>
              <a:t>Language tasks</a:t>
            </a:r>
          </a:p>
          <a:p>
            <a:pPr lvl="1">
              <a:lnSpc>
                <a:spcPct val="120000"/>
              </a:lnSpc>
              <a:spcBef>
                <a:spcPts val="1000"/>
              </a:spcBef>
              <a:buSzPct val="100000"/>
            </a:pPr>
            <a:r>
              <a:rPr lang="en-US" sz="900" dirty="0"/>
              <a:t>Key models and publishers</a:t>
            </a:r>
          </a:p>
          <a:p>
            <a:pPr marL="228600" lvl="0" indent="-228600" algn="l" rtl="0">
              <a:lnSpc>
                <a:spcPct val="120000"/>
              </a:lnSpc>
              <a:spcBef>
                <a:spcPts val="1000"/>
              </a:spcBef>
              <a:spcAft>
                <a:spcPts val="0"/>
              </a:spcAft>
              <a:buSzPct val="100000"/>
              <a:buChar char="•"/>
            </a:pPr>
            <a:r>
              <a:rPr lang="en-US" sz="1100" dirty="0"/>
              <a:t>Building a real life LLM application via vibe coding</a:t>
            </a:r>
          </a:p>
          <a:p>
            <a:pPr marL="685800" lvl="1" indent="-228600" algn="l" rtl="0">
              <a:lnSpc>
                <a:spcPct val="120000"/>
              </a:lnSpc>
              <a:spcBef>
                <a:spcPts val="500"/>
              </a:spcBef>
              <a:spcAft>
                <a:spcPts val="0"/>
              </a:spcAft>
              <a:buSzPct val="100000"/>
              <a:buChar char="•"/>
            </a:pPr>
            <a:r>
              <a:rPr lang="en-US" sz="1000" dirty="0"/>
              <a:t>IDEs, Repositories , web hosting</a:t>
            </a:r>
          </a:p>
          <a:p>
            <a:pPr marL="685800" lvl="1" indent="-228600" algn="l" rtl="0">
              <a:lnSpc>
                <a:spcPct val="120000"/>
              </a:lnSpc>
              <a:spcBef>
                <a:spcPts val="500"/>
              </a:spcBef>
              <a:spcAft>
                <a:spcPts val="0"/>
              </a:spcAft>
              <a:buSzPct val="100000"/>
              <a:buChar char="•"/>
            </a:pPr>
            <a:r>
              <a:rPr lang="en-US" sz="1000" dirty="0"/>
              <a:t>Prompt engineering</a:t>
            </a:r>
          </a:p>
          <a:p>
            <a:pPr>
              <a:lnSpc>
                <a:spcPct val="120000"/>
              </a:lnSpc>
              <a:spcBef>
                <a:spcPts val="500"/>
              </a:spcBef>
              <a:buSzPct val="100000"/>
            </a:pPr>
            <a:r>
              <a:rPr lang="en-US" sz="1200" dirty="0"/>
              <a:t>American High Question Answering Chatbot - Problem definition</a:t>
            </a:r>
          </a:p>
          <a:p>
            <a:pPr lvl="1">
              <a:lnSpc>
                <a:spcPct val="120000"/>
              </a:lnSpc>
              <a:buSzPct val="100000"/>
            </a:pPr>
            <a:r>
              <a:rPr lang="en-US" sz="1000" dirty="0"/>
              <a:t>Requirement analysis</a:t>
            </a:r>
          </a:p>
          <a:p>
            <a:pPr lvl="1">
              <a:lnSpc>
                <a:spcPct val="120000"/>
              </a:lnSpc>
              <a:buSzPct val="100000"/>
            </a:pPr>
            <a:r>
              <a:rPr lang="en-US" sz="1000" dirty="0"/>
              <a:t>Implementation</a:t>
            </a:r>
          </a:p>
          <a:p>
            <a:pPr lvl="1">
              <a:lnSpc>
                <a:spcPct val="120000"/>
              </a:lnSpc>
              <a:buSzPct val="100000"/>
            </a:pPr>
            <a:r>
              <a:rPr lang="en-US" sz="1000" dirty="0"/>
              <a:t>Testing and debugging</a:t>
            </a:r>
          </a:p>
          <a:p>
            <a:pPr lvl="1">
              <a:lnSpc>
                <a:spcPct val="120000"/>
              </a:lnSpc>
              <a:buSzPct val="100000"/>
            </a:pPr>
            <a:r>
              <a:rPr lang="en-US" sz="1000" dirty="0"/>
              <a:t>Publishing</a:t>
            </a:r>
          </a:p>
          <a:p>
            <a:pPr>
              <a:lnSpc>
                <a:spcPct val="120000"/>
              </a:lnSpc>
              <a:buSzPct val="100000"/>
            </a:pPr>
            <a:r>
              <a:rPr lang="en-US" sz="1200" dirty="0"/>
              <a:t>Limitation analysis and roadmap</a:t>
            </a:r>
            <a:endParaRPr sz="1200" dirty="0"/>
          </a:p>
        </p:txBody>
      </p:sp>
      <p:sp>
        <p:nvSpPr>
          <p:cNvPr id="2" name="Google Shape;932;p79">
            <a:extLst>
              <a:ext uri="{FF2B5EF4-FFF2-40B4-BE49-F238E27FC236}">
                <a16:creationId xmlns:a16="http://schemas.microsoft.com/office/drawing/2014/main" id="{463A3273-AFF1-CBF9-658F-F0CBB79842C8}"/>
              </a:ext>
            </a:extLst>
          </p:cNvPr>
          <p:cNvSpPr txBox="1">
            <a:spLocks/>
          </p:cNvSpPr>
          <p:nvPr/>
        </p:nvSpPr>
        <p:spPr>
          <a:xfrm>
            <a:off x="7437448" y="1631852"/>
            <a:ext cx="3225352" cy="4656406"/>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SzPct val="100000"/>
            </a:pPr>
            <a:r>
              <a:rPr lang="en-US" sz="1100" dirty="0"/>
              <a:t>Digging deeper into language models</a:t>
            </a:r>
          </a:p>
          <a:p>
            <a:pPr lvl="1">
              <a:lnSpc>
                <a:spcPct val="120000"/>
              </a:lnSpc>
              <a:buSzPct val="100000"/>
            </a:pPr>
            <a:r>
              <a:rPr lang="en-US" sz="900" dirty="0"/>
              <a:t>Word embeddings and tokenization</a:t>
            </a:r>
          </a:p>
          <a:p>
            <a:pPr lvl="1">
              <a:lnSpc>
                <a:spcPct val="120000"/>
              </a:lnSpc>
              <a:buSzPct val="100000"/>
            </a:pPr>
            <a:r>
              <a:rPr lang="en-US" sz="900" dirty="0"/>
              <a:t>Positional encoding</a:t>
            </a:r>
          </a:p>
          <a:p>
            <a:pPr lvl="1">
              <a:lnSpc>
                <a:spcPct val="120000"/>
              </a:lnSpc>
              <a:buSzPct val="100000"/>
            </a:pPr>
            <a:r>
              <a:rPr lang="en-US" sz="900" dirty="0"/>
              <a:t>Transformer</a:t>
            </a:r>
          </a:p>
          <a:p>
            <a:pPr lvl="1">
              <a:lnSpc>
                <a:spcPct val="120000"/>
              </a:lnSpc>
              <a:buSzPct val="100000"/>
            </a:pPr>
            <a:r>
              <a:rPr lang="en-US" sz="900" dirty="0"/>
              <a:t>Autoregression</a:t>
            </a:r>
          </a:p>
          <a:p>
            <a:pPr>
              <a:lnSpc>
                <a:spcPct val="120000"/>
              </a:lnSpc>
              <a:buSzPct val="100000"/>
            </a:pPr>
            <a:r>
              <a:rPr lang="en-US" sz="1100" dirty="0"/>
              <a:t>Limitations of language models</a:t>
            </a:r>
          </a:p>
          <a:p>
            <a:pPr lvl="1">
              <a:lnSpc>
                <a:spcPct val="120000"/>
              </a:lnSpc>
              <a:buSzPct val="100000"/>
            </a:pPr>
            <a:r>
              <a:rPr lang="en-US" sz="900" dirty="0"/>
              <a:t>Context</a:t>
            </a:r>
          </a:p>
          <a:p>
            <a:pPr lvl="1">
              <a:lnSpc>
                <a:spcPct val="120000"/>
              </a:lnSpc>
              <a:spcBef>
                <a:spcPts val="1000"/>
              </a:spcBef>
              <a:buSzPct val="100000"/>
            </a:pPr>
            <a:r>
              <a:rPr lang="en-US" sz="900" dirty="0"/>
              <a:t>Hallucinations</a:t>
            </a:r>
          </a:p>
          <a:p>
            <a:pPr>
              <a:lnSpc>
                <a:spcPct val="120000"/>
              </a:lnSpc>
              <a:spcBef>
                <a:spcPts val="500"/>
              </a:spcBef>
              <a:buSzPct val="100000"/>
            </a:pPr>
            <a:r>
              <a:rPr lang="en-US" sz="1200" dirty="0"/>
              <a:t>Problem definition</a:t>
            </a:r>
          </a:p>
          <a:p>
            <a:pPr lvl="1">
              <a:lnSpc>
                <a:spcPct val="120000"/>
              </a:lnSpc>
              <a:buSzPct val="100000"/>
            </a:pPr>
            <a:r>
              <a:rPr lang="en-US" sz="1000" dirty="0"/>
              <a:t>Requirement analysis</a:t>
            </a:r>
          </a:p>
          <a:p>
            <a:pPr lvl="1">
              <a:lnSpc>
                <a:spcPct val="120000"/>
              </a:lnSpc>
              <a:buSzPct val="100000"/>
            </a:pPr>
            <a:r>
              <a:rPr lang="en-US" sz="1000" dirty="0"/>
              <a:t>Implementation</a:t>
            </a:r>
          </a:p>
          <a:p>
            <a:pPr lvl="1">
              <a:lnSpc>
                <a:spcPct val="120000"/>
              </a:lnSpc>
              <a:buSzPct val="100000"/>
            </a:pPr>
            <a:r>
              <a:rPr lang="en-US" sz="1000" dirty="0"/>
              <a:t>Testing</a:t>
            </a:r>
          </a:p>
          <a:p>
            <a:pPr lvl="1">
              <a:lnSpc>
                <a:spcPct val="120000"/>
              </a:lnSpc>
              <a:buSzPct val="100000"/>
            </a:pPr>
            <a:r>
              <a:rPr lang="en-US" sz="1000" dirty="0"/>
              <a:t>Publishing</a:t>
            </a:r>
          </a:p>
          <a:p>
            <a:pPr>
              <a:lnSpc>
                <a:spcPct val="120000"/>
              </a:lnSpc>
              <a:buSzPct val="100000"/>
            </a:pPr>
            <a:r>
              <a:rPr lang="en-US" sz="1100" dirty="0"/>
              <a:t>Roadmap analysis</a:t>
            </a:r>
          </a:p>
          <a:p>
            <a:pPr lvl="1">
              <a:lnSpc>
                <a:spcPct val="120000"/>
              </a:lnSpc>
              <a:buSzPct val="100000"/>
            </a:pPr>
            <a:r>
              <a:rPr lang="en-US" sz="1000" dirty="0"/>
              <a:t>Prompt engineering</a:t>
            </a:r>
          </a:p>
          <a:p>
            <a:pPr lvl="1">
              <a:lnSpc>
                <a:spcPct val="120000"/>
              </a:lnSpc>
              <a:buSzPct val="100000"/>
            </a:pPr>
            <a:r>
              <a:rPr lang="en-US" sz="1000" dirty="0"/>
              <a:t>Debugging and testing</a:t>
            </a:r>
          </a:p>
          <a:p>
            <a:pPr lvl="1">
              <a:lnSpc>
                <a:spcPct val="120000"/>
              </a:lnSpc>
              <a:buSzPct val="100000"/>
            </a:pPr>
            <a:r>
              <a:rPr lang="en-US" sz="1000" dirty="0"/>
              <a:t>Publishing</a:t>
            </a:r>
          </a:p>
        </p:txBody>
      </p:sp>
      <p:sp>
        <p:nvSpPr>
          <p:cNvPr id="3" name="TextBox 2">
            <a:extLst>
              <a:ext uri="{FF2B5EF4-FFF2-40B4-BE49-F238E27FC236}">
                <a16:creationId xmlns:a16="http://schemas.microsoft.com/office/drawing/2014/main" id="{216D1F41-F904-D4E9-61C3-3684E38E4510}"/>
              </a:ext>
            </a:extLst>
          </p:cNvPr>
          <p:cNvSpPr txBox="1"/>
          <p:nvPr/>
        </p:nvSpPr>
        <p:spPr>
          <a:xfrm>
            <a:off x="8250276" y="1257531"/>
            <a:ext cx="2200089" cy="369332"/>
          </a:xfrm>
          <a:prstGeom prst="rect">
            <a:avLst/>
          </a:prstGeom>
          <a:noFill/>
        </p:spPr>
        <p:txBody>
          <a:bodyPr wrap="none" rtlCol="0">
            <a:spAutoFit/>
          </a:bodyPr>
          <a:lstStyle/>
          <a:p>
            <a:r>
              <a:rPr lang="en-US" dirty="0"/>
              <a:t>Subsequent classes</a:t>
            </a:r>
          </a:p>
        </p:txBody>
      </p:sp>
      <p:sp>
        <p:nvSpPr>
          <p:cNvPr id="6" name="TextBox 5">
            <a:extLst>
              <a:ext uri="{FF2B5EF4-FFF2-40B4-BE49-F238E27FC236}">
                <a16:creationId xmlns:a16="http://schemas.microsoft.com/office/drawing/2014/main" id="{E67BA6B2-15EB-FFC7-8962-8915447AC2CD}"/>
              </a:ext>
            </a:extLst>
          </p:cNvPr>
          <p:cNvSpPr txBox="1"/>
          <p:nvPr/>
        </p:nvSpPr>
        <p:spPr>
          <a:xfrm>
            <a:off x="2312532" y="1346981"/>
            <a:ext cx="927242" cy="369332"/>
          </a:xfrm>
          <a:prstGeom prst="rect">
            <a:avLst/>
          </a:prstGeom>
          <a:noFill/>
        </p:spPr>
        <p:txBody>
          <a:bodyPr wrap="none" rtlCol="0">
            <a:spAutoFit/>
          </a:bodyPr>
          <a:lstStyle/>
          <a:p>
            <a:r>
              <a:rPr lang="en-US" dirty="0"/>
              <a:t>Class 1</a:t>
            </a:r>
          </a:p>
        </p:txBody>
      </p:sp>
      <p:cxnSp>
        <p:nvCxnSpPr>
          <p:cNvPr id="8" name="Straight Arrow Connector 7">
            <a:extLst>
              <a:ext uri="{FF2B5EF4-FFF2-40B4-BE49-F238E27FC236}">
                <a16:creationId xmlns:a16="http://schemas.microsoft.com/office/drawing/2014/main" id="{7619442A-A72C-1882-8231-297F3DA75882}"/>
              </a:ext>
            </a:extLst>
          </p:cNvPr>
          <p:cNvCxnSpPr>
            <a:cxnSpLocks/>
          </p:cNvCxnSpPr>
          <p:nvPr/>
        </p:nvCxnSpPr>
        <p:spPr>
          <a:xfrm flipV="1">
            <a:off x="3884501" y="5181477"/>
            <a:ext cx="1287863" cy="872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B8C1317-5227-B18B-863D-79367E405428}"/>
              </a:ext>
            </a:extLst>
          </p:cNvPr>
          <p:cNvCxnSpPr>
            <a:cxnSpLocks/>
          </p:cNvCxnSpPr>
          <p:nvPr/>
        </p:nvCxnSpPr>
        <p:spPr>
          <a:xfrm flipV="1">
            <a:off x="5897315" y="4064000"/>
            <a:ext cx="1454830" cy="900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A2521FC-EACD-907C-3EC6-9E6C81067A3F}"/>
              </a:ext>
            </a:extLst>
          </p:cNvPr>
          <p:cNvSpPr txBox="1"/>
          <p:nvPr/>
        </p:nvSpPr>
        <p:spPr>
          <a:xfrm>
            <a:off x="3239774" y="6354928"/>
            <a:ext cx="6266844" cy="369332"/>
          </a:xfrm>
          <a:prstGeom prst="rect">
            <a:avLst/>
          </a:prstGeom>
          <a:noFill/>
        </p:spPr>
        <p:txBody>
          <a:bodyPr wrap="none" rtlCol="0">
            <a:spAutoFit/>
          </a:bodyPr>
          <a:lstStyle/>
          <a:p>
            <a:r>
              <a:rPr lang="en-US" dirty="0"/>
              <a:t>Students are encouraged to come up with real-world problem</a:t>
            </a:r>
          </a:p>
        </p:txBody>
      </p:sp>
      <p:sp>
        <p:nvSpPr>
          <p:cNvPr id="7" name="TextBox 6">
            <a:extLst>
              <a:ext uri="{FF2B5EF4-FFF2-40B4-BE49-F238E27FC236}">
                <a16:creationId xmlns:a16="http://schemas.microsoft.com/office/drawing/2014/main" id="{F636CF67-0FD6-7C03-7ABB-8BBB706DCCDA}"/>
              </a:ext>
            </a:extLst>
          </p:cNvPr>
          <p:cNvSpPr txBox="1"/>
          <p:nvPr/>
        </p:nvSpPr>
        <p:spPr>
          <a:xfrm>
            <a:off x="5006109" y="4812145"/>
            <a:ext cx="891206" cy="369332"/>
          </a:xfrm>
          <a:prstGeom prst="rect">
            <a:avLst/>
          </a:prstGeom>
          <a:noFill/>
        </p:spPr>
        <p:txBody>
          <a:bodyPr wrap="none" rtlCol="0">
            <a:spAutoFit/>
          </a:bodyPr>
          <a:lstStyle/>
          <a:p>
            <a:r>
              <a:rPr lang="en-US" dirty="0"/>
              <a:t>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78"/>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dk1"/>
              </a:buClr>
              <a:buSzPts val="6600"/>
              <a:buFont typeface="Gill Sans"/>
              <a:buNone/>
            </a:pPr>
            <a:r>
              <a:rPr lang="en-US" dirty="0"/>
              <a:t>AI models on </a:t>
            </a:r>
            <a:r>
              <a:rPr lang="en-US" dirty="0" err="1"/>
              <a:t>HuggingFace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8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HF PLAYGROUND</a:t>
            </a:r>
            <a:endParaRPr/>
          </a:p>
        </p:txBody>
      </p:sp>
      <p:sp>
        <p:nvSpPr>
          <p:cNvPr id="938" name="Google Shape;938;p80"/>
          <p:cNvSpPr txBox="1">
            <a:spLocks noGrp="1"/>
          </p:cNvSpPr>
          <p:nvPr>
            <p:ph type="body" idx="1"/>
          </p:nvPr>
        </p:nvSpPr>
        <p:spPr>
          <a:xfrm>
            <a:off x="1451579" y="2015734"/>
            <a:ext cx="2986857"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dirty="0"/>
              <a:t>Role</a:t>
            </a:r>
            <a:endParaRPr dirty="0"/>
          </a:p>
          <a:p>
            <a:pPr marL="685800" lvl="1" indent="-228600" algn="l" rtl="0">
              <a:lnSpc>
                <a:spcPct val="120000"/>
              </a:lnSpc>
              <a:spcBef>
                <a:spcPts val="500"/>
              </a:spcBef>
              <a:spcAft>
                <a:spcPts val="0"/>
              </a:spcAft>
              <a:buSzPts val="1800"/>
              <a:buChar char="•"/>
            </a:pPr>
            <a:r>
              <a:rPr lang="en-US" dirty="0"/>
              <a:t>User</a:t>
            </a:r>
            <a:endParaRPr dirty="0"/>
          </a:p>
          <a:p>
            <a:pPr marL="685800" lvl="1" indent="-228600" algn="l" rtl="0">
              <a:lnSpc>
                <a:spcPct val="120000"/>
              </a:lnSpc>
              <a:spcBef>
                <a:spcPts val="500"/>
              </a:spcBef>
              <a:spcAft>
                <a:spcPts val="0"/>
              </a:spcAft>
              <a:buSzPts val="1800"/>
              <a:buChar char="•"/>
            </a:pPr>
            <a:r>
              <a:rPr lang="en-US" dirty="0"/>
              <a:t>Assistant</a:t>
            </a:r>
            <a:endParaRPr dirty="0"/>
          </a:p>
          <a:p>
            <a:pPr marL="685800" lvl="1" indent="-228600" algn="l" rtl="0">
              <a:lnSpc>
                <a:spcPct val="120000"/>
              </a:lnSpc>
              <a:spcBef>
                <a:spcPts val="500"/>
              </a:spcBef>
              <a:spcAft>
                <a:spcPts val="0"/>
              </a:spcAft>
              <a:buSzPts val="1800"/>
              <a:buChar char="•"/>
            </a:pPr>
            <a:r>
              <a:rPr lang="en-US" dirty="0"/>
              <a:t>System</a:t>
            </a:r>
            <a:endParaRPr dirty="0"/>
          </a:p>
          <a:p>
            <a:pPr marL="228600" lvl="0" indent="-228600" algn="l" rtl="0">
              <a:lnSpc>
                <a:spcPct val="120000"/>
              </a:lnSpc>
              <a:spcBef>
                <a:spcPts val="1000"/>
              </a:spcBef>
              <a:spcAft>
                <a:spcPts val="0"/>
              </a:spcAft>
              <a:buSzPts val="2000"/>
              <a:buChar char="•"/>
            </a:pPr>
            <a:r>
              <a:rPr lang="en-US" dirty="0"/>
              <a:t>Temperature</a:t>
            </a:r>
            <a:endParaRPr dirty="0"/>
          </a:p>
          <a:p>
            <a:pPr marL="228600" lvl="0" indent="-228600" algn="l" rtl="0">
              <a:lnSpc>
                <a:spcPct val="120000"/>
              </a:lnSpc>
              <a:spcBef>
                <a:spcPts val="1000"/>
              </a:spcBef>
              <a:spcAft>
                <a:spcPts val="0"/>
              </a:spcAft>
              <a:buSzPts val="2000"/>
              <a:buChar char="•"/>
            </a:pPr>
            <a:r>
              <a:rPr lang="en-US" dirty="0"/>
              <a:t>Max Tokens</a:t>
            </a:r>
            <a:endParaRPr dirty="0"/>
          </a:p>
          <a:p>
            <a:pPr marL="228600" lvl="0" indent="-228600" algn="l" rtl="0">
              <a:lnSpc>
                <a:spcPct val="120000"/>
              </a:lnSpc>
              <a:spcBef>
                <a:spcPts val="1000"/>
              </a:spcBef>
              <a:spcAft>
                <a:spcPts val="0"/>
              </a:spcAft>
              <a:buSzPts val="2000"/>
              <a:buChar char="•"/>
            </a:pPr>
            <a:r>
              <a:rPr lang="en-US" dirty="0"/>
              <a:t>Top-P</a:t>
            </a:r>
            <a:endParaRPr dirty="0"/>
          </a:p>
        </p:txBody>
      </p:sp>
      <p:pic>
        <p:nvPicPr>
          <p:cNvPr id="939" name="Google Shape;939;p80" descr="A screenshot of a computer&#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12632" y="1853753"/>
            <a:ext cx="7287513" cy="4199727"/>
          </a:xfrm>
          <a:prstGeom prst="rect">
            <a:avLst/>
          </a:prstGeom>
          <a:noFill/>
          <a:ln>
            <a:noFill/>
          </a:ln>
        </p:spPr>
      </p:pic>
      <p:sp>
        <p:nvSpPr>
          <p:cNvPr id="2" name="TextBox 1">
            <a:extLst>
              <a:ext uri="{FF2B5EF4-FFF2-40B4-BE49-F238E27FC236}">
                <a16:creationId xmlns:a16="http://schemas.microsoft.com/office/drawing/2014/main" id="{60EB34A9-E39D-1E71-62A3-457137AD9C13}"/>
              </a:ext>
            </a:extLst>
          </p:cNvPr>
          <p:cNvSpPr txBox="1"/>
          <p:nvPr/>
        </p:nvSpPr>
        <p:spPr>
          <a:xfrm>
            <a:off x="6696364" y="905164"/>
            <a:ext cx="3954929" cy="369332"/>
          </a:xfrm>
          <a:prstGeom prst="rect">
            <a:avLst/>
          </a:prstGeom>
          <a:noFill/>
        </p:spPr>
        <p:txBody>
          <a:bodyPr wrap="none" rtlCol="0">
            <a:spAutoFit/>
          </a:bodyPr>
          <a:lstStyle/>
          <a:p>
            <a:r>
              <a:rPr lang="en-US" dirty="0"/>
              <a:t>https://</a:t>
            </a:r>
            <a:r>
              <a:rPr lang="en-US" dirty="0" err="1"/>
              <a:t>huggingface.co</a:t>
            </a:r>
            <a:r>
              <a:rPr lang="en-US" dirty="0"/>
              <a:t>/PLAYGROUND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3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MODELS</a:t>
            </a:r>
            <a:endParaRPr/>
          </a:p>
        </p:txBody>
      </p:sp>
      <p:pic>
        <p:nvPicPr>
          <p:cNvPr id="664" name="Google Shape;664;p39" descr="A screenshot of a computer&#10;&#10;AI-generated content may be incorrect."/>
          <p:cNvPicPr preferRelativeResize="0"/>
          <p:nvPr/>
        </p:nvPicPr>
        <p:blipFill rotWithShape="1">
          <a:blip r:embed="rId3">
            <a:alphaModFix/>
          </a:blip>
          <a:srcRect/>
          <a:stretch/>
        </p:blipFill>
        <p:spPr>
          <a:xfrm>
            <a:off x="2752447" y="1950044"/>
            <a:ext cx="5651500" cy="382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8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AI MODEL FLOW</a:t>
            </a:r>
            <a:endParaRPr/>
          </a:p>
        </p:txBody>
      </p:sp>
      <p:grpSp>
        <p:nvGrpSpPr>
          <p:cNvPr id="945" name="Google Shape;945;p81"/>
          <p:cNvGrpSpPr/>
          <p:nvPr/>
        </p:nvGrpSpPr>
        <p:grpSpPr>
          <a:xfrm>
            <a:off x="1585887" y="1910007"/>
            <a:ext cx="10302710" cy="4143473"/>
            <a:chOff x="1294057" y="19964"/>
            <a:chExt cx="10302710" cy="4143473"/>
          </a:xfrm>
        </p:grpSpPr>
        <p:sp>
          <p:nvSpPr>
            <p:cNvPr id="946" name="Google Shape;946;p81"/>
            <p:cNvSpPr/>
            <p:nvPr/>
          </p:nvSpPr>
          <p:spPr>
            <a:xfrm rot="5400000">
              <a:off x="2602975" y="1296342"/>
              <a:ext cx="1057041" cy="1203404"/>
            </a:xfrm>
            <a:prstGeom prst="bentUpArrow">
              <a:avLst>
                <a:gd name="adj1" fmla="val 32840"/>
                <a:gd name="adj2" fmla="val 25000"/>
                <a:gd name="adj3" fmla="val 35780"/>
              </a:avLst>
            </a:prstGeom>
            <a:solidFill>
              <a:srgbClr val="BFC8E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1"/>
            <p:cNvSpPr/>
            <p:nvPr/>
          </p:nvSpPr>
          <p:spPr>
            <a:xfrm>
              <a:off x="1294057" y="19964"/>
              <a:ext cx="2475924" cy="1245547"/>
            </a:xfrm>
            <a:prstGeom prst="roundRect">
              <a:avLst>
                <a:gd name="adj" fmla="val 1667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1"/>
            <p:cNvSpPr txBox="1"/>
            <p:nvPr/>
          </p:nvSpPr>
          <p:spPr>
            <a:xfrm>
              <a:off x="1354871" y="80778"/>
              <a:ext cx="2354296" cy="1123919"/>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Gill Sans"/>
                <a:buNone/>
              </a:pPr>
              <a:r>
                <a:rPr lang="en-US" sz="3200">
                  <a:solidFill>
                    <a:schemeClr val="lt1"/>
                  </a:solidFill>
                  <a:latin typeface="Gill Sans"/>
                  <a:ea typeface="Gill Sans"/>
                  <a:cs typeface="Gill Sans"/>
                  <a:sym typeface="Gill Sans"/>
                </a:rPr>
                <a:t>Data</a:t>
              </a:r>
              <a:endParaRPr/>
            </a:p>
          </p:txBody>
        </p:sp>
        <p:sp>
          <p:nvSpPr>
            <p:cNvPr id="949" name="Google Shape;949;p81"/>
            <p:cNvSpPr/>
            <p:nvPr/>
          </p:nvSpPr>
          <p:spPr>
            <a:xfrm>
              <a:off x="3769558" y="231040"/>
              <a:ext cx="6597027" cy="10067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81"/>
            <p:cNvSpPr txBox="1"/>
            <p:nvPr/>
          </p:nvSpPr>
          <p:spPr>
            <a:xfrm>
              <a:off x="3769558" y="231040"/>
              <a:ext cx="6597027" cy="1006706"/>
            </a:xfrm>
            <a:prstGeom prst="rect">
              <a:avLst/>
            </a:prstGeom>
            <a:noFill/>
            <a:ln>
              <a:noFill/>
            </a:ln>
          </p:spPr>
          <p:txBody>
            <a:bodyPr spcFirstLastPara="1" wrap="square" lIns="68575" tIns="68575" rIns="68575" bIns="68575" anchor="ctr" anchorCtr="0">
              <a:noAutofit/>
            </a:bodyPr>
            <a:lstStyle/>
            <a:p>
              <a:pPr marL="171450" marR="0" lvl="1" indent="-171450" algn="l" rtl="0">
                <a:lnSpc>
                  <a:spcPct val="90000"/>
                </a:lnSpc>
                <a:spcBef>
                  <a:spcPts val="0"/>
                </a:spcBef>
                <a:spcAft>
                  <a:spcPts val="0"/>
                </a:spcAft>
                <a:buClr>
                  <a:schemeClr val="dk1"/>
                </a:buClr>
                <a:buSzPts val="1800"/>
                <a:buFont typeface="Gill Sans"/>
                <a:buChar char="•"/>
              </a:pPr>
              <a:r>
                <a:rPr lang="en-US" sz="1800" b="0" i="0" u="none" strike="noStrike" cap="none">
                  <a:solidFill>
                    <a:schemeClr val="dk1"/>
                  </a:solidFill>
                  <a:latin typeface="Gill Sans"/>
                  <a:ea typeface="Gill Sans"/>
                  <a:cs typeface="Gill Sans"/>
                  <a:sym typeface="Gill Sans"/>
                </a:rPr>
                <a:t>Question</a:t>
              </a:r>
              <a:endParaRPr/>
            </a:p>
            <a:p>
              <a:pPr marL="171450" marR="0" lvl="1" indent="-171450" algn="l" rtl="0">
                <a:lnSpc>
                  <a:spcPct val="90000"/>
                </a:lnSpc>
                <a:spcBef>
                  <a:spcPts val="270"/>
                </a:spcBef>
                <a:spcAft>
                  <a:spcPts val="0"/>
                </a:spcAft>
                <a:buClr>
                  <a:schemeClr val="dk1"/>
                </a:buClr>
                <a:buSzPts val="1800"/>
                <a:buFont typeface="Gill Sans"/>
                <a:buChar char="•"/>
              </a:pPr>
              <a:r>
                <a:rPr lang="en-US" sz="1800" b="0" i="0" u="none" strike="noStrike" cap="none">
                  <a:solidFill>
                    <a:schemeClr val="dk1"/>
                  </a:solidFill>
                  <a:latin typeface="Gill Sans"/>
                  <a:ea typeface="Gill Sans"/>
                  <a:cs typeface="Gill Sans"/>
                  <a:sym typeface="Gill Sans"/>
                </a:rPr>
                <a:t>Start of a sentence</a:t>
              </a:r>
              <a:endParaRPr/>
            </a:p>
          </p:txBody>
        </p:sp>
        <p:sp>
          <p:nvSpPr>
            <p:cNvPr id="951" name="Google Shape;951;p81"/>
            <p:cNvSpPr/>
            <p:nvPr/>
          </p:nvSpPr>
          <p:spPr>
            <a:xfrm rot="5400000">
              <a:off x="5601143" y="2708327"/>
              <a:ext cx="1057041" cy="1203404"/>
            </a:xfrm>
            <a:prstGeom prst="bentUpArrow">
              <a:avLst>
                <a:gd name="adj1" fmla="val 32840"/>
                <a:gd name="adj2" fmla="val 25000"/>
                <a:gd name="adj3" fmla="val 35780"/>
              </a:avLst>
            </a:prstGeom>
            <a:solidFill>
              <a:srgbClr val="BFC8E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81"/>
            <p:cNvSpPr/>
            <p:nvPr/>
          </p:nvSpPr>
          <p:spPr>
            <a:xfrm>
              <a:off x="3936893" y="1498765"/>
              <a:ext cx="2279101" cy="1245547"/>
            </a:xfrm>
            <a:prstGeom prst="roundRect">
              <a:avLst>
                <a:gd name="adj" fmla="val 1667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81"/>
            <p:cNvSpPr txBox="1"/>
            <p:nvPr/>
          </p:nvSpPr>
          <p:spPr>
            <a:xfrm>
              <a:off x="3997707" y="1559579"/>
              <a:ext cx="2157473" cy="1123919"/>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Gill Sans"/>
                <a:buNone/>
              </a:pPr>
              <a:r>
                <a:rPr lang="en-US" sz="3200" dirty="0">
                  <a:solidFill>
                    <a:schemeClr val="lt1"/>
                  </a:solidFill>
                  <a:latin typeface="Gill Sans"/>
                  <a:ea typeface="Gill Sans"/>
                  <a:cs typeface="Gill Sans"/>
                  <a:sym typeface="Gill Sans"/>
                </a:rPr>
                <a:t>Controls</a:t>
              </a:r>
              <a:endParaRPr dirty="0"/>
            </a:p>
          </p:txBody>
        </p:sp>
        <p:sp>
          <p:nvSpPr>
            <p:cNvPr id="954" name="Google Shape;954;p81"/>
            <p:cNvSpPr/>
            <p:nvPr/>
          </p:nvSpPr>
          <p:spPr>
            <a:xfrm>
              <a:off x="6530365" y="1399665"/>
              <a:ext cx="1294192" cy="14035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1"/>
            <p:cNvSpPr txBox="1"/>
            <p:nvPr/>
          </p:nvSpPr>
          <p:spPr>
            <a:xfrm>
              <a:off x="6530365" y="1399665"/>
              <a:ext cx="2296596" cy="1403570"/>
            </a:xfrm>
            <a:prstGeom prst="rect">
              <a:avLst/>
            </a:prstGeom>
            <a:noFill/>
            <a:ln>
              <a:noFill/>
            </a:ln>
          </p:spPr>
          <p:txBody>
            <a:bodyPr spcFirstLastPara="1" wrap="square" lIns="68575" tIns="68575" rIns="68575" bIns="68575" anchor="ctr" anchorCtr="0">
              <a:noAutofit/>
            </a:bodyPr>
            <a:lstStyle/>
            <a:p>
              <a:pPr marL="171450" marR="0" lvl="1" indent="-171450" algn="l" rtl="0">
                <a:lnSpc>
                  <a:spcPct val="90000"/>
                </a:lnSpc>
                <a:spcBef>
                  <a:spcPts val="0"/>
                </a:spcBef>
                <a:spcAft>
                  <a:spcPts val="0"/>
                </a:spcAft>
                <a:buClr>
                  <a:schemeClr val="dk1"/>
                </a:buClr>
                <a:buSzPts val="1800"/>
                <a:buFont typeface="Gill Sans"/>
                <a:buChar char="•"/>
              </a:pPr>
              <a:r>
                <a:rPr lang="en-US" sz="1800" b="0" i="0" u="none" strike="noStrike" cap="none" dirty="0">
                  <a:solidFill>
                    <a:schemeClr val="dk1"/>
                  </a:solidFill>
                  <a:latin typeface="Gill Sans"/>
                  <a:ea typeface="Gill Sans"/>
                  <a:cs typeface="Gill Sans"/>
                  <a:sym typeface="Gill Sans"/>
                </a:rPr>
                <a:t>Role</a:t>
              </a:r>
              <a:endParaRPr dirty="0"/>
            </a:p>
            <a:p>
              <a:pPr marL="171450" marR="0" lvl="1" indent="-171450" algn="l" rtl="0">
                <a:lnSpc>
                  <a:spcPct val="90000"/>
                </a:lnSpc>
                <a:spcBef>
                  <a:spcPts val="270"/>
                </a:spcBef>
                <a:spcAft>
                  <a:spcPts val="0"/>
                </a:spcAft>
                <a:buClr>
                  <a:schemeClr val="dk1"/>
                </a:buClr>
                <a:buSzPts val="1800"/>
                <a:buFont typeface="Gill Sans"/>
                <a:buChar char="•"/>
              </a:pPr>
              <a:r>
                <a:rPr lang="en-US" sz="1800" b="0" i="0" u="none" strike="noStrike" cap="none" dirty="0">
                  <a:solidFill>
                    <a:schemeClr val="dk1"/>
                  </a:solidFill>
                  <a:latin typeface="Gill Sans"/>
                  <a:ea typeface="Gill Sans"/>
                  <a:cs typeface="Gill Sans"/>
                  <a:sym typeface="Gill Sans"/>
                </a:rPr>
                <a:t>Temperature</a:t>
              </a:r>
              <a:endParaRPr dirty="0"/>
            </a:p>
            <a:p>
              <a:pPr marL="171450" marR="0" lvl="1" indent="-171450" algn="l" rtl="0">
                <a:lnSpc>
                  <a:spcPct val="90000"/>
                </a:lnSpc>
                <a:spcBef>
                  <a:spcPts val="270"/>
                </a:spcBef>
                <a:spcAft>
                  <a:spcPts val="0"/>
                </a:spcAft>
                <a:buClr>
                  <a:schemeClr val="dk1"/>
                </a:buClr>
                <a:buSzPts val="1800"/>
                <a:buFont typeface="Gill Sans"/>
                <a:buChar char="•"/>
              </a:pPr>
              <a:r>
                <a:rPr lang="en-US" sz="1800" b="0" i="0" u="none" strike="noStrike" cap="none" dirty="0">
                  <a:solidFill>
                    <a:schemeClr val="dk1"/>
                  </a:solidFill>
                  <a:latin typeface="Gill Sans"/>
                  <a:ea typeface="Gill Sans"/>
                  <a:cs typeface="Gill Sans"/>
                  <a:sym typeface="Gill Sans"/>
                </a:rPr>
                <a:t>Top-P</a:t>
              </a:r>
              <a:endParaRPr dirty="0"/>
            </a:p>
            <a:p>
              <a:pPr marL="171450" marR="0" lvl="1" indent="-171450" algn="l" rtl="0">
                <a:lnSpc>
                  <a:spcPct val="90000"/>
                </a:lnSpc>
                <a:spcBef>
                  <a:spcPts val="270"/>
                </a:spcBef>
                <a:spcAft>
                  <a:spcPts val="0"/>
                </a:spcAft>
                <a:buClr>
                  <a:schemeClr val="dk1"/>
                </a:buClr>
                <a:buSzPts val="1800"/>
                <a:buFont typeface="Gill Sans"/>
                <a:buChar char="•"/>
              </a:pPr>
              <a:r>
                <a:rPr lang="en-US" sz="1800" b="0" i="0" u="none" strike="noStrike" cap="none" dirty="0">
                  <a:solidFill>
                    <a:schemeClr val="dk1"/>
                  </a:solidFill>
                  <a:latin typeface="Gill Sans"/>
                  <a:ea typeface="Gill Sans"/>
                  <a:cs typeface="Gill Sans"/>
                  <a:sym typeface="Gill Sans"/>
                </a:rPr>
                <a:t>Output length</a:t>
              </a:r>
              <a:endParaRPr dirty="0"/>
            </a:p>
          </p:txBody>
        </p:sp>
        <p:sp>
          <p:nvSpPr>
            <p:cNvPr id="956" name="Google Shape;956;p81"/>
            <p:cNvSpPr/>
            <p:nvPr/>
          </p:nvSpPr>
          <p:spPr>
            <a:xfrm>
              <a:off x="6555187" y="2917890"/>
              <a:ext cx="2678905" cy="1245547"/>
            </a:xfrm>
            <a:prstGeom prst="roundRect">
              <a:avLst>
                <a:gd name="adj" fmla="val 1667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81"/>
            <p:cNvSpPr txBox="1"/>
            <p:nvPr/>
          </p:nvSpPr>
          <p:spPr>
            <a:xfrm>
              <a:off x="6616001" y="2978704"/>
              <a:ext cx="2557277" cy="1123919"/>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Gill Sans"/>
                <a:buNone/>
              </a:pPr>
              <a:r>
                <a:rPr lang="en-US" sz="3200">
                  <a:solidFill>
                    <a:schemeClr val="lt1"/>
                  </a:solidFill>
                  <a:latin typeface="Gill Sans"/>
                  <a:ea typeface="Gill Sans"/>
                  <a:cs typeface="Gill Sans"/>
                  <a:sym typeface="Gill Sans"/>
                </a:rPr>
                <a:t>Model</a:t>
              </a:r>
              <a:endParaRPr/>
            </a:p>
          </p:txBody>
        </p:sp>
        <p:sp>
          <p:nvSpPr>
            <p:cNvPr id="958" name="Google Shape;958;p81"/>
            <p:cNvSpPr/>
            <p:nvPr/>
          </p:nvSpPr>
          <p:spPr>
            <a:xfrm>
              <a:off x="9296535" y="3137884"/>
              <a:ext cx="2300232" cy="10067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81"/>
            <p:cNvSpPr txBox="1"/>
            <p:nvPr/>
          </p:nvSpPr>
          <p:spPr>
            <a:xfrm>
              <a:off x="9296535" y="3137884"/>
              <a:ext cx="2300232" cy="1006706"/>
            </a:xfrm>
            <a:prstGeom prst="rect">
              <a:avLst/>
            </a:prstGeom>
            <a:noFill/>
            <a:ln>
              <a:noFill/>
            </a:ln>
          </p:spPr>
          <p:txBody>
            <a:bodyPr spcFirstLastPara="1" wrap="square" lIns="76200" tIns="76200" rIns="76200" bIns="76200" anchor="ctr" anchorCtr="0">
              <a:noAutofit/>
            </a:bodyPr>
            <a:lstStyle/>
            <a:p>
              <a:pPr marL="228600" marR="0" lvl="1" indent="-228600" algn="l" rtl="0">
                <a:lnSpc>
                  <a:spcPct val="90000"/>
                </a:lnSpc>
                <a:spcBef>
                  <a:spcPts val="0"/>
                </a:spcBef>
                <a:spcAft>
                  <a:spcPts val="0"/>
                </a:spcAft>
                <a:buClr>
                  <a:schemeClr val="dk1"/>
                </a:buClr>
                <a:buSzPts val="2000"/>
                <a:buFont typeface="Gill Sans"/>
                <a:buChar char="•"/>
              </a:pPr>
              <a:r>
                <a:rPr lang="en-US" sz="2000" b="0" i="0" u="none" strike="noStrike" cap="none">
                  <a:solidFill>
                    <a:schemeClr val="dk1"/>
                  </a:solidFill>
                  <a:latin typeface="Gill Sans"/>
                  <a:ea typeface="Gill Sans"/>
                  <a:cs typeface="Gill Sans"/>
                  <a:sym typeface="Gill Sans"/>
                </a:rPr>
                <a:t>Type</a:t>
              </a:r>
              <a:endParaRPr/>
            </a:p>
            <a:p>
              <a:pPr marL="228600" marR="0" lvl="1" indent="-228600" algn="l" rtl="0">
                <a:lnSpc>
                  <a:spcPct val="90000"/>
                </a:lnSpc>
                <a:spcBef>
                  <a:spcPts val="300"/>
                </a:spcBef>
                <a:spcAft>
                  <a:spcPts val="0"/>
                </a:spcAft>
                <a:buClr>
                  <a:schemeClr val="dk1"/>
                </a:buClr>
                <a:buSzPts val="2000"/>
                <a:buFont typeface="Gill Sans"/>
                <a:buChar char="•"/>
              </a:pPr>
              <a:r>
                <a:rPr lang="en-US" sz="2000" b="0" i="0" u="none" strike="noStrike" cap="none">
                  <a:solidFill>
                    <a:schemeClr val="dk1"/>
                  </a:solidFill>
                  <a:latin typeface="Gill Sans"/>
                  <a:ea typeface="Gill Sans"/>
                  <a:cs typeface="Gill Sans"/>
                  <a:sym typeface="Gill Sans"/>
                </a:rPr>
                <a:t>Task</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6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WHO ARE TOP PLAYERS IN LLM</a:t>
            </a:r>
            <a:endParaRPr/>
          </a:p>
        </p:txBody>
      </p:sp>
      <p:sp>
        <p:nvSpPr>
          <p:cNvPr id="794" name="Google Shape;794;p6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OpenAI</a:t>
            </a:r>
            <a:endParaRPr/>
          </a:p>
          <a:p>
            <a:pPr marL="228600" lvl="0" indent="-228600" algn="l" rtl="0">
              <a:lnSpc>
                <a:spcPct val="120000"/>
              </a:lnSpc>
              <a:spcBef>
                <a:spcPts val="1000"/>
              </a:spcBef>
              <a:spcAft>
                <a:spcPts val="0"/>
              </a:spcAft>
              <a:buSzPts val="2000"/>
              <a:buChar char="•"/>
            </a:pPr>
            <a:r>
              <a:rPr lang="en-US"/>
              <a:t>Google</a:t>
            </a:r>
            <a:endParaRPr/>
          </a:p>
          <a:p>
            <a:pPr marL="228600" lvl="0" indent="-228600" algn="l" rtl="0">
              <a:lnSpc>
                <a:spcPct val="120000"/>
              </a:lnSpc>
              <a:spcBef>
                <a:spcPts val="1000"/>
              </a:spcBef>
              <a:spcAft>
                <a:spcPts val="0"/>
              </a:spcAft>
              <a:buSzPts val="2000"/>
              <a:buChar char="•"/>
            </a:pPr>
            <a:r>
              <a:rPr lang="en-US"/>
              <a:t>Anthropic</a:t>
            </a:r>
            <a:endParaRPr/>
          </a:p>
          <a:p>
            <a:pPr marL="228600" lvl="0" indent="-228600" algn="l" rtl="0">
              <a:lnSpc>
                <a:spcPct val="120000"/>
              </a:lnSpc>
              <a:spcBef>
                <a:spcPts val="1000"/>
              </a:spcBef>
              <a:spcAft>
                <a:spcPts val="0"/>
              </a:spcAft>
              <a:buSzPts val="2000"/>
              <a:buChar char="•"/>
            </a:pPr>
            <a:r>
              <a:rPr lang="en-US"/>
              <a:t>Microsoft</a:t>
            </a:r>
            <a:endParaRPr/>
          </a:p>
          <a:p>
            <a:pPr marL="228600" lvl="0" indent="-228600" algn="l" rtl="0">
              <a:lnSpc>
                <a:spcPct val="120000"/>
              </a:lnSpc>
              <a:spcBef>
                <a:spcPts val="1000"/>
              </a:spcBef>
              <a:spcAft>
                <a:spcPts val="0"/>
              </a:spcAft>
              <a:buSzPts val="2000"/>
              <a:buChar char="•"/>
            </a:pPr>
            <a:r>
              <a:rPr lang="en-US"/>
              <a:t>Replicate</a:t>
            </a:r>
            <a:endParaRPr/>
          </a:p>
          <a:p>
            <a:pPr marL="228600" lvl="0" indent="-228600" algn="l" rtl="0">
              <a:lnSpc>
                <a:spcPct val="120000"/>
              </a:lnSpc>
              <a:spcBef>
                <a:spcPts val="1000"/>
              </a:spcBef>
              <a:spcAft>
                <a:spcPts val="0"/>
              </a:spcAft>
              <a:buSzPts val="2000"/>
              <a:buChar char="•"/>
            </a:pPr>
            <a:r>
              <a:rPr lang="en-US"/>
              <a:t>IBM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2763-9CA4-6F45-673E-AFAA32E73779}"/>
              </a:ext>
            </a:extLst>
          </p:cNvPr>
          <p:cNvSpPr>
            <a:spLocks noGrp="1"/>
          </p:cNvSpPr>
          <p:nvPr>
            <p:ph type="title"/>
          </p:nvPr>
        </p:nvSpPr>
        <p:spPr/>
        <p:txBody>
          <a:bodyPr/>
          <a:lstStyle/>
          <a:p>
            <a:r>
              <a:rPr lang="en-US" dirty="0"/>
              <a:t>https://</a:t>
            </a:r>
            <a:r>
              <a:rPr lang="en-US" dirty="0" err="1"/>
              <a:t>huggingface.co</a:t>
            </a:r>
            <a:r>
              <a:rPr lang="en-US" dirty="0"/>
              <a:t>/inference/models</a:t>
            </a:r>
          </a:p>
        </p:txBody>
      </p:sp>
      <p:pic>
        <p:nvPicPr>
          <p:cNvPr id="5" name="Picture 4" descr="A screenshot of a computer&#10;&#10;AI-generated content may be incorrect.">
            <a:extLst>
              <a:ext uri="{FF2B5EF4-FFF2-40B4-BE49-F238E27FC236}">
                <a16:creationId xmlns:a16="http://schemas.microsoft.com/office/drawing/2014/main" id="{A47C41B2-BFF6-1F3E-17C5-2EDC4F7F34C0}"/>
              </a:ext>
            </a:extLst>
          </p:cNvPr>
          <p:cNvPicPr>
            <a:picLocks noChangeAspect="1"/>
          </p:cNvPicPr>
          <p:nvPr/>
        </p:nvPicPr>
        <p:blipFill>
          <a:blip r:embed="rId2"/>
          <a:stretch>
            <a:fillRect/>
          </a:stretch>
        </p:blipFill>
        <p:spPr>
          <a:xfrm>
            <a:off x="914399" y="1633735"/>
            <a:ext cx="9845964" cy="4794226"/>
          </a:xfrm>
          <a:prstGeom prst="rect">
            <a:avLst/>
          </a:prstGeom>
        </p:spPr>
      </p:pic>
    </p:spTree>
    <p:extLst>
      <p:ext uri="{BB962C8B-B14F-4D97-AF65-F5344CB8AC3E}">
        <p14:creationId xmlns:p14="http://schemas.microsoft.com/office/powerpoint/2010/main" val="4273073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8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ROLES</a:t>
            </a:r>
            <a:endParaRPr/>
          </a:p>
        </p:txBody>
      </p:sp>
      <p:sp>
        <p:nvSpPr>
          <p:cNvPr id="965" name="Google Shape;965;p82"/>
          <p:cNvSpPr txBox="1">
            <a:spLocks noGrp="1"/>
          </p:cNvSpPr>
          <p:nvPr>
            <p:ph type="body" idx="1"/>
          </p:nvPr>
        </p:nvSpPr>
        <p:spPr>
          <a:xfrm>
            <a:off x="2437898" y="2203236"/>
            <a:ext cx="5154703" cy="2276297"/>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1800"/>
              <a:buNone/>
            </a:pPr>
            <a:r>
              <a:rPr lang="en-US" sz="1800" b="0" i="0">
                <a:latin typeface="Arial"/>
                <a:ea typeface="Arial"/>
                <a:cs typeface="Arial"/>
                <a:sym typeface="Arial"/>
              </a:rPr>
              <a:t>messages</a:t>
            </a:r>
            <a:r>
              <a:rPr lang="en-US" sz="1800" b="0" i="0">
                <a:solidFill>
                  <a:srgbClr val="434343"/>
                </a:solidFill>
                <a:latin typeface="Arial"/>
                <a:ea typeface="Arial"/>
                <a:cs typeface="Arial"/>
                <a:sym typeface="Arial"/>
              </a:rPr>
              <a:t>=[ </a:t>
            </a:r>
            <a:endParaRPr/>
          </a:p>
          <a:p>
            <a:pPr marL="228600" lvl="0" indent="-228600" algn="l" rtl="0">
              <a:lnSpc>
                <a:spcPct val="120000"/>
              </a:lnSpc>
              <a:spcBef>
                <a:spcPts val="1000"/>
              </a:spcBef>
              <a:spcAft>
                <a:spcPts val="0"/>
              </a:spcAft>
              <a:buSzPts val="1800"/>
              <a:buNone/>
            </a:pPr>
            <a:r>
              <a:rPr lang="en-US" sz="1800" b="0" i="0">
                <a:solidFill>
                  <a:srgbClr val="434343"/>
                </a:solidFill>
                <a:latin typeface="Arial"/>
                <a:ea typeface="Arial"/>
                <a:cs typeface="Arial"/>
                <a:sym typeface="Arial"/>
              </a:rPr>
              <a:t>{</a:t>
            </a:r>
            <a:r>
              <a:rPr lang="en-US" sz="1800" b="0" i="0">
                <a:latin typeface="Arial"/>
                <a:ea typeface="Arial"/>
                <a:cs typeface="Arial"/>
                <a:sym typeface="Arial"/>
              </a:rPr>
              <a:t>"role"</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"system"</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"content"</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"&lt;instructions&gt;"</a:t>
            </a:r>
            <a:r>
              <a:rPr lang="en-US" sz="1800" b="0" i="0">
                <a:solidFill>
                  <a:srgbClr val="434343"/>
                </a:solidFill>
                <a:latin typeface="Arial"/>
                <a:ea typeface="Arial"/>
                <a:cs typeface="Arial"/>
                <a:sym typeface="Arial"/>
              </a:rPr>
              <a:t>}, </a:t>
            </a:r>
            <a:endParaRPr/>
          </a:p>
          <a:p>
            <a:pPr marL="228600" lvl="0" indent="-228600" algn="l" rtl="0">
              <a:lnSpc>
                <a:spcPct val="120000"/>
              </a:lnSpc>
              <a:spcBef>
                <a:spcPts val="1000"/>
              </a:spcBef>
              <a:spcAft>
                <a:spcPts val="0"/>
              </a:spcAft>
              <a:buSzPts val="1800"/>
              <a:buNone/>
            </a:pPr>
            <a:r>
              <a:rPr lang="en-US" sz="1800" b="0" i="0">
                <a:solidFill>
                  <a:srgbClr val="434343"/>
                </a:solidFill>
                <a:latin typeface="Arial"/>
                <a:ea typeface="Arial"/>
                <a:cs typeface="Arial"/>
                <a:sym typeface="Arial"/>
              </a:rPr>
              <a:t>{</a:t>
            </a:r>
            <a:r>
              <a:rPr lang="en-US" sz="1800" b="0" i="0">
                <a:latin typeface="Arial"/>
                <a:ea typeface="Arial"/>
                <a:cs typeface="Arial"/>
                <a:sym typeface="Arial"/>
              </a:rPr>
              <a:t>"role"</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"user"</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"content"</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"&lt;User query&gt;"</a:t>
            </a:r>
            <a:r>
              <a:rPr lang="en-US" sz="1800" b="0" i="0">
                <a:solidFill>
                  <a:srgbClr val="434343"/>
                </a:solidFill>
                <a:latin typeface="Arial"/>
                <a:ea typeface="Arial"/>
                <a:cs typeface="Arial"/>
                <a:sym typeface="Arial"/>
              </a:rPr>
              <a:t>}, </a:t>
            </a:r>
            <a:endParaRPr/>
          </a:p>
          <a:p>
            <a:pPr marL="228600" lvl="0" indent="-228600" algn="l" rtl="0">
              <a:lnSpc>
                <a:spcPct val="120000"/>
              </a:lnSpc>
              <a:spcBef>
                <a:spcPts val="1000"/>
              </a:spcBef>
              <a:spcAft>
                <a:spcPts val="0"/>
              </a:spcAft>
              <a:buSzPts val="1800"/>
              <a:buNone/>
            </a:pPr>
            <a:r>
              <a:rPr lang="en-US" sz="1800" b="0" i="0">
                <a:solidFill>
                  <a:srgbClr val="434343"/>
                </a:solidFill>
                <a:latin typeface="Arial"/>
                <a:ea typeface="Arial"/>
                <a:cs typeface="Arial"/>
                <a:sym typeface="Arial"/>
              </a:rPr>
              <a:t>{</a:t>
            </a:r>
            <a:r>
              <a:rPr lang="en-US" sz="1800" b="0" i="0">
                <a:latin typeface="Arial"/>
                <a:ea typeface="Arial"/>
                <a:cs typeface="Arial"/>
                <a:sym typeface="Arial"/>
              </a:rPr>
              <a:t>"role"</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"assistant"</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"content"</a:t>
            </a:r>
            <a:r>
              <a:rPr lang="en-US" sz="1800" b="0" i="0">
                <a:solidFill>
                  <a:srgbClr val="434343"/>
                </a:solidFill>
                <a:latin typeface="Arial"/>
                <a:ea typeface="Arial"/>
                <a:cs typeface="Arial"/>
                <a:sym typeface="Arial"/>
              </a:rPr>
              <a:t>: </a:t>
            </a:r>
            <a:r>
              <a:rPr lang="en-US" sz="1800" b="0" i="0">
                <a:latin typeface="Arial"/>
                <a:ea typeface="Arial"/>
                <a:cs typeface="Arial"/>
                <a:sym typeface="Arial"/>
              </a:rPr>
              <a:t>"&lt;response&gt;"</a:t>
            </a:r>
            <a:r>
              <a:rPr lang="en-US" sz="1800" b="0" i="0">
                <a:solidFill>
                  <a:srgbClr val="434343"/>
                </a:solidFill>
                <a:latin typeface="Arial"/>
                <a:ea typeface="Arial"/>
                <a:cs typeface="Arial"/>
                <a:sym typeface="Arial"/>
              </a:rPr>
              <a:t>}, </a:t>
            </a:r>
            <a:endParaRPr/>
          </a:p>
          <a:p>
            <a:pPr marL="228600" lvl="0" indent="-228600" algn="l" rtl="0">
              <a:lnSpc>
                <a:spcPct val="120000"/>
              </a:lnSpc>
              <a:spcBef>
                <a:spcPts val="1000"/>
              </a:spcBef>
              <a:spcAft>
                <a:spcPts val="0"/>
              </a:spcAft>
              <a:buSzPts val="1800"/>
              <a:buNone/>
            </a:pPr>
            <a:r>
              <a:rPr lang="en-US" sz="1800" b="0" i="0">
                <a:solidFill>
                  <a:srgbClr val="434343"/>
                </a:solidFill>
                <a:latin typeface="Arial"/>
                <a:ea typeface="Arial"/>
                <a:cs typeface="Arial"/>
                <a:sym typeface="Arial"/>
              </a:rPr>
              <a:t>] </a:t>
            </a:r>
            <a:endParaRPr/>
          </a:p>
        </p:txBody>
      </p:sp>
      <p:sp>
        <p:nvSpPr>
          <p:cNvPr id="966" name="Google Shape;966;p82"/>
          <p:cNvSpPr txBox="1"/>
          <p:nvPr/>
        </p:nvSpPr>
        <p:spPr>
          <a:xfrm>
            <a:off x="1130506" y="4574729"/>
            <a:ext cx="1130001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22222"/>
              </a:buClr>
              <a:buSzPts val="1800"/>
              <a:buFont typeface="Arial"/>
              <a:buNone/>
            </a:pPr>
            <a:r>
              <a:rPr lang="en-US" sz="1800" b="0" i="0">
                <a:solidFill>
                  <a:srgbClr val="222222"/>
                </a:solidFill>
                <a:latin typeface="Arial"/>
                <a:ea typeface="Arial"/>
                <a:cs typeface="Arial"/>
                <a:sym typeface="Arial"/>
              </a:rPr>
              <a:t>System role: Allows you to specify the way the model answers questions. Classic example: “You are a helpful assistant.”</a:t>
            </a:r>
            <a:endParaRPr/>
          </a:p>
          <a:p>
            <a:pPr marL="0" marR="0" lvl="0" indent="0" algn="l" rtl="0">
              <a:spcBef>
                <a:spcPts val="0"/>
              </a:spcBef>
              <a:spcAft>
                <a:spcPts val="0"/>
              </a:spcAft>
              <a:buClr>
                <a:srgbClr val="222222"/>
              </a:buClr>
              <a:buSzPts val="1800"/>
              <a:buFont typeface="Arial"/>
              <a:buNone/>
            </a:pPr>
            <a:r>
              <a:rPr lang="en-US" sz="1800" b="0" i="0">
                <a:solidFill>
                  <a:srgbClr val="222222"/>
                </a:solidFill>
                <a:latin typeface="Arial"/>
                <a:ea typeface="Arial"/>
                <a:cs typeface="Arial"/>
                <a:sym typeface="Arial"/>
              </a:rPr>
              <a:t>User role: queries made by the user.</a:t>
            </a:r>
            <a:endParaRPr/>
          </a:p>
          <a:p>
            <a:pPr marL="0" marR="0" lvl="0" indent="0" algn="l" rtl="0">
              <a:spcBef>
                <a:spcPts val="0"/>
              </a:spcBef>
              <a:spcAft>
                <a:spcPts val="0"/>
              </a:spcAft>
              <a:buClr>
                <a:srgbClr val="222222"/>
              </a:buClr>
              <a:buSzPts val="1800"/>
              <a:buFont typeface="Arial"/>
              <a:buNone/>
            </a:pPr>
            <a:r>
              <a:rPr lang="en-US" sz="1800" b="0" i="0">
                <a:solidFill>
                  <a:srgbClr val="222222"/>
                </a:solidFill>
                <a:latin typeface="Arial"/>
                <a:ea typeface="Arial"/>
                <a:cs typeface="Arial"/>
                <a:sym typeface="Arial"/>
              </a:rPr>
              <a:t>Assistant role: model’s responses (based on the user messages)</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8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TEMPERATURE (T)</a:t>
            </a:r>
            <a:endParaRPr/>
          </a:p>
        </p:txBody>
      </p:sp>
      <p:pic>
        <p:nvPicPr>
          <p:cNvPr id="988" name="Google Shape;988;p84"/>
          <p:cNvPicPr preferRelativeResize="0"/>
          <p:nvPr/>
        </p:nvPicPr>
        <p:blipFill rotWithShape="1">
          <a:blip r:embed="rId3">
            <a:alphaModFix/>
          </a:blip>
          <a:srcRect/>
          <a:stretch/>
        </p:blipFill>
        <p:spPr>
          <a:xfrm>
            <a:off x="1451579" y="3723279"/>
            <a:ext cx="9637465" cy="2330202"/>
          </a:xfrm>
          <a:prstGeom prst="rect">
            <a:avLst/>
          </a:prstGeom>
          <a:noFill/>
          <a:ln>
            <a:noFill/>
          </a:ln>
        </p:spPr>
      </p:pic>
      <p:pic>
        <p:nvPicPr>
          <p:cNvPr id="989" name="Google Shape;989;p84"/>
          <p:cNvPicPr preferRelativeResize="0"/>
          <p:nvPr/>
        </p:nvPicPr>
        <p:blipFill rotWithShape="1">
          <a:blip r:embed="rId4">
            <a:alphaModFix/>
          </a:blip>
          <a:srcRect/>
          <a:stretch/>
        </p:blipFill>
        <p:spPr>
          <a:xfrm>
            <a:off x="7734470" y="1861882"/>
            <a:ext cx="3354575" cy="1866900"/>
          </a:xfrm>
          <a:prstGeom prst="rect">
            <a:avLst/>
          </a:prstGeom>
          <a:noFill/>
          <a:ln>
            <a:noFill/>
          </a:ln>
        </p:spPr>
      </p:pic>
      <p:pic>
        <p:nvPicPr>
          <p:cNvPr id="990" name="Google Shape;990;p84" descr="A close-up of a mathematical equation&#10;&#10;AI-generated content may be incorrect."/>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451580" y="1861882"/>
            <a:ext cx="4626075" cy="1971488"/>
          </a:xfrm>
          <a:prstGeom prst="rect">
            <a:avLst/>
          </a:prstGeom>
          <a:noFill/>
          <a:ln>
            <a:noFill/>
          </a:ln>
        </p:spPr>
      </p:pic>
      <p:sp>
        <p:nvSpPr>
          <p:cNvPr id="991" name="Google Shape;991;p84"/>
          <p:cNvSpPr txBox="1"/>
          <p:nvPr/>
        </p:nvSpPr>
        <p:spPr>
          <a:xfrm>
            <a:off x="6701358" y="2733575"/>
            <a:ext cx="3193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&gt;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8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dirty="0"/>
              <a:t>TOP-P </a:t>
            </a:r>
            <a:endParaRPr dirty="0"/>
          </a:p>
        </p:txBody>
      </p:sp>
      <p:pic>
        <p:nvPicPr>
          <p:cNvPr id="997" name="Google Shape;997;p85"/>
          <p:cNvPicPr preferRelativeResize="0"/>
          <p:nvPr/>
        </p:nvPicPr>
        <p:blipFill rotWithShape="1">
          <a:blip r:embed="rId3">
            <a:alphaModFix/>
          </a:blip>
          <a:srcRect/>
          <a:stretch/>
        </p:blipFill>
        <p:spPr>
          <a:xfrm>
            <a:off x="2059682" y="1927849"/>
            <a:ext cx="7772400" cy="1256508"/>
          </a:xfrm>
          <a:prstGeom prst="rect">
            <a:avLst/>
          </a:prstGeom>
          <a:noFill/>
          <a:ln>
            <a:noFill/>
          </a:ln>
        </p:spPr>
      </p:pic>
      <p:sp>
        <p:nvSpPr>
          <p:cNvPr id="998" name="Google Shape;998;p85"/>
          <p:cNvSpPr txBox="1"/>
          <p:nvPr/>
        </p:nvSpPr>
        <p:spPr>
          <a:xfrm>
            <a:off x="1373882" y="4168479"/>
            <a:ext cx="91440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dirty="0">
                <a:solidFill>
                  <a:srgbClr val="242424"/>
                </a:solidFill>
                <a:latin typeface="Arial"/>
                <a:ea typeface="Arial"/>
                <a:cs typeface="Arial"/>
                <a:sym typeface="Arial"/>
              </a:rPr>
              <a:t>Temperature should be the first place to start when tuning a language model. It’s an intuitive scaling factor that applies to all tokens, where higher temperatures lead to more creative output, and lower temperatures result in more predictable output. The choice will really vary on how much creativity you need in your task. </a:t>
            </a:r>
            <a:r>
              <a:rPr lang="en-US" sz="1800" b="0" i="0" u="sng" dirty="0">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Gemini models</a:t>
            </a:r>
            <a:r>
              <a:rPr lang="en-US" sz="1800" b="0" i="0" dirty="0">
                <a:solidFill>
                  <a:srgbClr val="242424"/>
                </a:solidFill>
                <a:latin typeface="Arial"/>
                <a:ea typeface="Arial"/>
                <a:cs typeface="Arial"/>
                <a:sym typeface="Arial"/>
              </a:rPr>
              <a:t> currently provide a temperature range from 0–1, or 0–2, each with different default values.</a:t>
            </a:r>
            <a:endParaRPr sz="1800" dirty="0">
              <a:solidFill>
                <a:schemeClr val="dk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55B10-2CCC-921A-A88F-56468E7DD354}"/>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CBACB185-48E3-A4F3-A222-C43F23621134}"/>
              </a:ext>
            </a:extLst>
          </p:cNvPr>
          <p:cNvSpPr>
            <a:spLocks noGrp="1"/>
          </p:cNvSpPr>
          <p:nvPr>
            <p:ph idx="1"/>
          </p:nvPr>
        </p:nvSpPr>
        <p:spPr/>
        <p:txBody>
          <a:bodyPr/>
          <a:lstStyle/>
          <a:p>
            <a:r>
              <a:rPr lang="en-US" dirty="0"/>
              <a:t>Create an </a:t>
            </a:r>
            <a:r>
              <a:rPr lang="en-US" dirty="0" err="1"/>
              <a:t>Huggingface</a:t>
            </a:r>
            <a:r>
              <a:rPr lang="en-US" dirty="0"/>
              <a:t> account.</a:t>
            </a:r>
          </a:p>
          <a:p>
            <a:r>
              <a:rPr lang="en-US" dirty="0"/>
              <a:t>Come up with a complicated question.</a:t>
            </a:r>
          </a:p>
          <a:p>
            <a:r>
              <a:rPr lang="en-US" dirty="0"/>
              <a:t>Select different models.</a:t>
            </a:r>
          </a:p>
          <a:p>
            <a:pPr marL="0" indent="0">
              <a:buNone/>
            </a:pPr>
            <a:endParaRPr lang="en-US" dirty="0"/>
          </a:p>
          <a:p>
            <a:pPr marL="0" indent="0">
              <a:buNone/>
            </a:pPr>
            <a:endParaRPr lang="en-US" dirty="0"/>
          </a:p>
          <a:p>
            <a:pPr marL="0" indent="0">
              <a:buNone/>
            </a:pPr>
            <a:r>
              <a:rPr lang="en-US" dirty="0"/>
              <a:t>			Why are answers different for different models?</a:t>
            </a:r>
          </a:p>
        </p:txBody>
      </p:sp>
    </p:spTree>
    <p:extLst>
      <p:ext uri="{BB962C8B-B14F-4D97-AF65-F5344CB8AC3E}">
        <p14:creationId xmlns:p14="http://schemas.microsoft.com/office/powerpoint/2010/main" val="80981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AI = ARTIFICIAL INTELLIGENCE</a:t>
            </a:r>
            <a:endParaRPr/>
          </a:p>
        </p:txBody>
      </p:sp>
      <p:sp>
        <p:nvSpPr>
          <p:cNvPr id="107" name="Google Shape;107;p2"/>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AI – Artificial Intelligence also known as Machine Learning</a:t>
            </a:r>
            <a:endParaRPr/>
          </a:p>
          <a:p>
            <a:pPr marL="685800" lvl="1" indent="-228600" algn="l" rtl="0">
              <a:lnSpc>
                <a:spcPct val="120000"/>
              </a:lnSpc>
              <a:spcBef>
                <a:spcPts val="500"/>
              </a:spcBef>
              <a:spcAft>
                <a:spcPts val="0"/>
              </a:spcAft>
              <a:buSzPts val="1800"/>
              <a:buChar char="•"/>
            </a:pPr>
            <a:r>
              <a:rPr lang="en-US"/>
              <a:t>Allows machines to see</a:t>
            </a:r>
            <a:endParaRPr/>
          </a:p>
          <a:p>
            <a:pPr marL="685800" lvl="1" indent="-228600" algn="l" rtl="0">
              <a:lnSpc>
                <a:spcPct val="120000"/>
              </a:lnSpc>
              <a:spcBef>
                <a:spcPts val="500"/>
              </a:spcBef>
              <a:spcAft>
                <a:spcPts val="0"/>
              </a:spcAft>
              <a:buSzPts val="1800"/>
              <a:buChar char="•"/>
            </a:pPr>
            <a:r>
              <a:rPr lang="en-US"/>
              <a:t>Allows machines to hear</a:t>
            </a:r>
            <a:endParaRPr/>
          </a:p>
          <a:p>
            <a:pPr marL="685800" lvl="1" indent="-228600" algn="l" rtl="0">
              <a:lnSpc>
                <a:spcPct val="120000"/>
              </a:lnSpc>
              <a:spcBef>
                <a:spcPts val="500"/>
              </a:spcBef>
              <a:spcAft>
                <a:spcPts val="0"/>
              </a:spcAft>
              <a:buSzPts val="1800"/>
              <a:buChar char="•"/>
            </a:pPr>
            <a:r>
              <a:rPr lang="en-US"/>
              <a:t>Allows machines to think</a:t>
            </a:r>
            <a:endParaRPr/>
          </a:p>
          <a:p>
            <a:pPr marL="685800" lvl="1" indent="-228600" algn="l" rtl="0">
              <a:lnSpc>
                <a:spcPct val="120000"/>
              </a:lnSpc>
              <a:spcBef>
                <a:spcPts val="500"/>
              </a:spcBef>
              <a:spcAft>
                <a:spcPts val="0"/>
              </a:spcAft>
              <a:buSzPts val="1800"/>
              <a:buChar char="•"/>
            </a:pPr>
            <a:r>
              <a:rPr lang="en-US"/>
              <a:t>Allows machines to talk</a:t>
            </a:r>
            <a:endParaRPr/>
          </a:p>
          <a:p>
            <a:pPr marL="685800" lvl="1" indent="-228600" algn="l" rtl="0">
              <a:lnSpc>
                <a:spcPct val="120000"/>
              </a:lnSpc>
              <a:spcBef>
                <a:spcPts val="500"/>
              </a:spcBef>
              <a:spcAft>
                <a:spcPts val="0"/>
              </a:spcAft>
              <a:buSzPts val="1800"/>
              <a:buChar char="•"/>
            </a:pPr>
            <a:r>
              <a:rPr lang="en-US"/>
              <a:t>Allows machines to drive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3D4F-8B1C-6795-CF19-C2C00CD4E882}"/>
              </a:ext>
            </a:extLst>
          </p:cNvPr>
          <p:cNvSpPr>
            <a:spLocks noGrp="1"/>
          </p:cNvSpPr>
          <p:nvPr>
            <p:ph type="title"/>
          </p:nvPr>
        </p:nvSpPr>
        <p:spPr/>
        <p:txBody>
          <a:bodyPr/>
          <a:lstStyle/>
          <a:p>
            <a:r>
              <a:rPr lang="en-US" dirty="0"/>
              <a:t>AI is different from programming</a:t>
            </a:r>
          </a:p>
        </p:txBody>
      </p:sp>
      <p:sp>
        <p:nvSpPr>
          <p:cNvPr id="3" name="Content Placeholder 2">
            <a:extLst>
              <a:ext uri="{FF2B5EF4-FFF2-40B4-BE49-F238E27FC236}">
                <a16:creationId xmlns:a16="http://schemas.microsoft.com/office/drawing/2014/main" id="{2B18BD47-30B4-28B5-08FA-B1B7136D3FD7}"/>
              </a:ext>
            </a:extLst>
          </p:cNvPr>
          <p:cNvSpPr>
            <a:spLocks noGrp="1"/>
          </p:cNvSpPr>
          <p:nvPr>
            <p:ph idx="1"/>
          </p:nvPr>
        </p:nvSpPr>
        <p:spPr>
          <a:xfrm>
            <a:off x="518160" y="1922048"/>
            <a:ext cx="11155680" cy="4377151"/>
          </a:xfrm>
        </p:spPr>
        <p:txBody>
          <a:bodyPr>
            <a:normAutofit/>
          </a:bodyPr>
          <a:lstStyle/>
          <a:p>
            <a:r>
              <a:rPr lang="en-US" sz="2000" dirty="0"/>
              <a:t>Logic and Rules: Traditional programming is rule-based; a programmer writes explicit, step-by-step instructions for every possible scenario. AI, on the other hand, is data-driven, meaning it learns patterns and rules from vast datasets, without being explicitly programmed for every outcome.</a:t>
            </a:r>
          </a:p>
          <a:p>
            <a:r>
              <a:rPr lang="en-US" sz="2000" dirty="0"/>
              <a:t>Adaptability: A traditional program is static and can't adapt to new data or situations unless a programmer manually updates its code. An AI system is dynamic and can continuously learn from new information, improving its performance and adapting to unseen scenarios.</a:t>
            </a:r>
          </a:p>
          <a:p>
            <a:r>
              <a:rPr lang="en-US" sz="2000" dirty="0"/>
              <a:t>Problem-Solving: Traditional programming is best for deterministic problems with clear, well-defined rules, such as a calculator or a database query. AI excels at complex, non-deterministic problems where the rules are not easily defined, like recognizing faces in an image, translating languages, or recommending products</a:t>
            </a:r>
          </a:p>
          <a:p>
            <a:endParaRPr lang="en-US" sz="2000" dirty="0"/>
          </a:p>
        </p:txBody>
      </p:sp>
    </p:spTree>
    <p:extLst>
      <p:ext uri="{BB962C8B-B14F-4D97-AF65-F5344CB8AC3E}">
        <p14:creationId xmlns:p14="http://schemas.microsoft.com/office/powerpoint/2010/main" val="1086923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AI KEY CONCEPTS</a:t>
            </a:r>
            <a:endParaRPr/>
          </a:p>
        </p:txBody>
      </p:sp>
      <p:sp>
        <p:nvSpPr>
          <p:cNvPr id="113" name="Google Shape;113;p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Data</a:t>
            </a:r>
            <a:endParaRPr/>
          </a:p>
          <a:p>
            <a:pPr marL="228600" lvl="0" indent="-228600" algn="l" rtl="0">
              <a:lnSpc>
                <a:spcPct val="120000"/>
              </a:lnSpc>
              <a:spcBef>
                <a:spcPts val="1000"/>
              </a:spcBef>
              <a:spcAft>
                <a:spcPts val="0"/>
              </a:spcAft>
              <a:buSzPts val="2000"/>
              <a:buChar char="•"/>
            </a:pPr>
            <a:r>
              <a:rPr lang="en-US"/>
              <a:t>Model</a:t>
            </a:r>
            <a:endParaRPr/>
          </a:p>
          <a:p>
            <a:pPr marL="228600" lvl="0" indent="-228600" algn="l" rtl="0">
              <a:lnSpc>
                <a:spcPct val="120000"/>
              </a:lnSpc>
              <a:spcBef>
                <a:spcPts val="1000"/>
              </a:spcBef>
              <a:spcAft>
                <a:spcPts val="0"/>
              </a:spcAft>
              <a:buSzPts val="2000"/>
              <a:buChar char="•"/>
            </a:pPr>
            <a:r>
              <a:rPr lang="en-US"/>
              <a:t>Task</a:t>
            </a:r>
            <a:endParaRPr/>
          </a:p>
          <a:p>
            <a:pPr marL="228600" lvl="0" indent="-228600" algn="l" rtl="0">
              <a:lnSpc>
                <a:spcPct val="120000"/>
              </a:lnSpc>
              <a:spcBef>
                <a:spcPts val="1000"/>
              </a:spcBef>
              <a:spcAft>
                <a:spcPts val="0"/>
              </a:spcAft>
              <a:buSzPts val="2000"/>
              <a:buChar char="•"/>
            </a:pPr>
            <a:r>
              <a:rPr lang="en-US"/>
              <a:t>Training</a:t>
            </a:r>
            <a:endParaRPr/>
          </a:p>
          <a:p>
            <a:pPr marL="228600" lvl="0" indent="-228600" algn="l" rtl="0">
              <a:lnSpc>
                <a:spcPct val="120000"/>
              </a:lnSpc>
              <a:spcBef>
                <a:spcPts val="1000"/>
              </a:spcBef>
              <a:spcAft>
                <a:spcPts val="0"/>
              </a:spcAft>
              <a:buSzPts val="2000"/>
              <a:buChar char="•"/>
            </a:pPr>
            <a:r>
              <a:rPr lang="en-US"/>
              <a:t>Inference</a:t>
            </a:r>
            <a:endParaRPr/>
          </a:p>
          <a:p>
            <a:pPr marL="228600" lvl="0" indent="-101600" algn="l" rtl="0">
              <a:lnSpc>
                <a:spcPct val="120000"/>
              </a:lnSpc>
              <a:spcBef>
                <a:spcPts val="1000"/>
              </a:spcBef>
              <a:spcAft>
                <a:spcPts val="0"/>
              </a:spcAft>
              <a:buSzPts val="2000"/>
              <a:buNone/>
            </a:pPr>
            <a:endParaRPr/>
          </a:p>
        </p:txBody>
      </p:sp>
      <p:grpSp>
        <p:nvGrpSpPr>
          <p:cNvPr id="114" name="Google Shape;114;p3"/>
          <p:cNvGrpSpPr/>
          <p:nvPr/>
        </p:nvGrpSpPr>
        <p:grpSpPr>
          <a:xfrm>
            <a:off x="5379990" y="2016125"/>
            <a:ext cx="1552337" cy="3449637"/>
            <a:chOff x="1578010" y="0"/>
            <a:chExt cx="1552337" cy="3449637"/>
          </a:xfrm>
        </p:grpSpPr>
        <p:sp>
          <p:nvSpPr>
            <p:cNvPr id="115" name="Google Shape;115;p3"/>
            <p:cNvSpPr/>
            <p:nvPr/>
          </p:nvSpPr>
          <p:spPr>
            <a:xfrm>
              <a:off x="1578010" y="0"/>
              <a:ext cx="1552337" cy="862409"/>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txBox="1"/>
            <p:nvPr/>
          </p:nvSpPr>
          <p:spPr>
            <a:xfrm>
              <a:off x="1603269" y="25259"/>
              <a:ext cx="1501819" cy="811891"/>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lt1"/>
                </a:buClr>
                <a:buSzPts val="2300"/>
                <a:buFont typeface="Gill Sans"/>
                <a:buNone/>
              </a:pPr>
              <a:r>
                <a:rPr lang="en-US" sz="2300" b="0" i="0" u="none" strike="noStrike" cap="none">
                  <a:solidFill>
                    <a:schemeClr val="lt1"/>
                  </a:solidFill>
                  <a:latin typeface="Gill Sans"/>
                  <a:ea typeface="Gill Sans"/>
                  <a:cs typeface="Gill Sans"/>
                  <a:sym typeface="Gill Sans"/>
                </a:rPr>
                <a:t>Training Data</a:t>
              </a:r>
              <a:endParaRPr/>
            </a:p>
          </p:txBody>
        </p:sp>
        <p:sp>
          <p:nvSpPr>
            <p:cNvPr id="117" name="Google Shape;117;p3"/>
            <p:cNvSpPr/>
            <p:nvPr/>
          </p:nvSpPr>
          <p:spPr>
            <a:xfrm rot="5400000">
              <a:off x="2192477" y="883969"/>
              <a:ext cx="323403" cy="388084"/>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txBox="1"/>
            <p:nvPr/>
          </p:nvSpPr>
          <p:spPr>
            <a:xfrm>
              <a:off x="2237754" y="916310"/>
              <a:ext cx="232850" cy="22638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Gill Sans"/>
                <a:buNone/>
              </a:pPr>
              <a:endParaRPr sz="1700" b="0" i="0" u="none" strike="noStrike" cap="none">
                <a:solidFill>
                  <a:schemeClr val="lt1"/>
                </a:solidFill>
                <a:latin typeface="Gill Sans"/>
                <a:ea typeface="Gill Sans"/>
                <a:cs typeface="Gill Sans"/>
                <a:sym typeface="Gill Sans"/>
              </a:endParaRPr>
            </a:p>
          </p:txBody>
        </p:sp>
        <p:sp>
          <p:nvSpPr>
            <p:cNvPr id="119" name="Google Shape;119;p3"/>
            <p:cNvSpPr/>
            <p:nvPr/>
          </p:nvSpPr>
          <p:spPr>
            <a:xfrm>
              <a:off x="1578010" y="1293614"/>
              <a:ext cx="1552337" cy="862409"/>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txBox="1"/>
            <p:nvPr/>
          </p:nvSpPr>
          <p:spPr>
            <a:xfrm>
              <a:off x="1603269" y="1318873"/>
              <a:ext cx="1501819" cy="811891"/>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lt1"/>
                </a:buClr>
                <a:buSzPts val="2300"/>
                <a:buFont typeface="Gill Sans"/>
                <a:buNone/>
              </a:pPr>
              <a:r>
                <a:rPr lang="en-US" sz="2300" b="0" i="0" u="none" strike="noStrike" cap="none">
                  <a:solidFill>
                    <a:schemeClr val="lt1"/>
                  </a:solidFill>
                  <a:latin typeface="Gill Sans"/>
                  <a:ea typeface="Gill Sans"/>
                  <a:cs typeface="Gill Sans"/>
                  <a:sym typeface="Gill Sans"/>
                </a:rPr>
                <a:t>Model</a:t>
              </a:r>
              <a:endParaRPr/>
            </a:p>
          </p:txBody>
        </p:sp>
        <p:sp>
          <p:nvSpPr>
            <p:cNvPr id="121" name="Google Shape;121;p3"/>
            <p:cNvSpPr/>
            <p:nvPr/>
          </p:nvSpPr>
          <p:spPr>
            <a:xfrm rot="5400000">
              <a:off x="2192477" y="2177583"/>
              <a:ext cx="323403" cy="388084"/>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txBox="1"/>
            <p:nvPr/>
          </p:nvSpPr>
          <p:spPr>
            <a:xfrm>
              <a:off x="2237754" y="2209924"/>
              <a:ext cx="232850" cy="22638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Gill Sans"/>
                <a:buNone/>
              </a:pPr>
              <a:endParaRPr sz="1700" b="0" i="0" u="none" strike="noStrike" cap="none">
                <a:solidFill>
                  <a:schemeClr val="lt1"/>
                </a:solidFill>
                <a:latin typeface="Gill Sans"/>
                <a:ea typeface="Gill Sans"/>
                <a:cs typeface="Gill Sans"/>
                <a:sym typeface="Gill Sans"/>
              </a:endParaRPr>
            </a:p>
          </p:txBody>
        </p:sp>
        <p:sp>
          <p:nvSpPr>
            <p:cNvPr id="123" name="Google Shape;123;p3"/>
            <p:cNvSpPr/>
            <p:nvPr/>
          </p:nvSpPr>
          <p:spPr>
            <a:xfrm>
              <a:off x="1578010" y="2587228"/>
              <a:ext cx="1552337" cy="862409"/>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txBox="1"/>
            <p:nvPr/>
          </p:nvSpPr>
          <p:spPr>
            <a:xfrm>
              <a:off x="1603269" y="2612487"/>
              <a:ext cx="1501819" cy="811891"/>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lt1"/>
                </a:buClr>
                <a:buSzPts val="2300"/>
                <a:buFont typeface="Gill Sans"/>
                <a:buNone/>
              </a:pPr>
              <a:r>
                <a:rPr lang="en-US" sz="2300" b="0" i="0" u="none" strike="noStrike" cap="none">
                  <a:solidFill>
                    <a:schemeClr val="lt1"/>
                  </a:solidFill>
                  <a:latin typeface="Gill Sans"/>
                  <a:ea typeface="Gill Sans"/>
                  <a:cs typeface="Gill Sans"/>
                  <a:sym typeface="Gill Sans"/>
                </a:rPr>
                <a:t>Result</a:t>
              </a:r>
              <a:endParaRPr/>
            </a:p>
          </p:txBody>
        </p:sp>
      </p:grpSp>
      <p:sp>
        <p:nvSpPr>
          <p:cNvPr id="125" name="Google Shape;125;p3"/>
          <p:cNvSpPr txBox="1"/>
          <p:nvPr/>
        </p:nvSpPr>
        <p:spPr>
          <a:xfrm>
            <a:off x="5462337" y="5775158"/>
            <a:ext cx="91563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Gill Sans"/>
                <a:ea typeface="Gill Sans"/>
                <a:cs typeface="Gill Sans"/>
                <a:sym typeface="Gill Sans"/>
              </a:rPr>
              <a:t>Training</a:t>
            </a:r>
            <a:endParaRPr/>
          </a:p>
        </p:txBody>
      </p:sp>
      <p:grpSp>
        <p:nvGrpSpPr>
          <p:cNvPr id="126" name="Google Shape;126;p3"/>
          <p:cNvGrpSpPr/>
          <p:nvPr/>
        </p:nvGrpSpPr>
        <p:grpSpPr>
          <a:xfrm>
            <a:off x="9081705" y="2016126"/>
            <a:ext cx="1552337" cy="862409"/>
            <a:chOff x="1578010" y="0"/>
            <a:chExt cx="1552337" cy="862409"/>
          </a:xfrm>
        </p:grpSpPr>
        <p:sp>
          <p:nvSpPr>
            <p:cNvPr id="127" name="Google Shape;127;p3"/>
            <p:cNvSpPr/>
            <p:nvPr/>
          </p:nvSpPr>
          <p:spPr>
            <a:xfrm>
              <a:off x="1578010" y="0"/>
              <a:ext cx="1552337" cy="862409"/>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28" name="Google Shape;128;p3"/>
            <p:cNvSpPr txBox="1"/>
            <p:nvPr/>
          </p:nvSpPr>
          <p:spPr>
            <a:xfrm>
              <a:off x="1603269" y="25259"/>
              <a:ext cx="1501819" cy="811891"/>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Data</a:t>
              </a:r>
              <a:endParaRPr/>
            </a:p>
          </p:txBody>
        </p:sp>
      </p:grpSp>
      <p:grpSp>
        <p:nvGrpSpPr>
          <p:cNvPr id="129" name="Google Shape;129;p3"/>
          <p:cNvGrpSpPr/>
          <p:nvPr/>
        </p:nvGrpSpPr>
        <p:grpSpPr>
          <a:xfrm>
            <a:off x="9663832" y="2932435"/>
            <a:ext cx="388084" cy="323403"/>
            <a:chOff x="2160137" y="916310"/>
            <a:chExt cx="388084" cy="323403"/>
          </a:xfrm>
        </p:grpSpPr>
        <p:sp>
          <p:nvSpPr>
            <p:cNvPr id="130" name="Google Shape;130;p3"/>
            <p:cNvSpPr/>
            <p:nvPr/>
          </p:nvSpPr>
          <p:spPr>
            <a:xfrm rot="5400000">
              <a:off x="2192477" y="883969"/>
              <a:ext cx="323403" cy="388084"/>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31" name="Google Shape;131;p3"/>
            <p:cNvSpPr txBox="1"/>
            <p:nvPr/>
          </p:nvSpPr>
          <p:spPr>
            <a:xfrm>
              <a:off x="2237754" y="916310"/>
              <a:ext cx="232850" cy="22638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Gill Sans"/>
                <a:buNone/>
              </a:pPr>
              <a:endParaRPr sz="1700">
                <a:solidFill>
                  <a:schemeClr val="lt1"/>
                </a:solidFill>
                <a:latin typeface="Gill Sans"/>
                <a:ea typeface="Gill Sans"/>
                <a:cs typeface="Gill Sans"/>
                <a:sym typeface="Gill Sans"/>
              </a:endParaRPr>
            </a:p>
          </p:txBody>
        </p:sp>
      </p:grpSp>
      <p:grpSp>
        <p:nvGrpSpPr>
          <p:cNvPr id="132" name="Google Shape;132;p3"/>
          <p:cNvGrpSpPr/>
          <p:nvPr/>
        </p:nvGrpSpPr>
        <p:grpSpPr>
          <a:xfrm>
            <a:off x="9081705" y="3309740"/>
            <a:ext cx="1552337" cy="862409"/>
            <a:chOff x="1578010" y="1293614"/>
            <a:chExt cx="1552337" cy="862409"/>
          </a:xfrm>
        </p:grpSpPr>
        <p:sp>
          <p:nvSpPr>
            <p:cNvPr id="133" name="Google Shape;133;p3"/>
            <p:cNvSpPr/>
            <p:nvPr/>
          </p:nvSpPr>
          <p:spPr>
            <a:xfrm>
              <a:off x="1578010" y="1293614"/>
              <a:ext cx="1552337" cy="862409"/>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34" name="Google Shape;134;p3"/>
            <p:cNvSpPr txBox="1"/>
            <p:nvPr/>
          </p:nvSpPr>
          <p:spPr>
            <a:xfrm>
              <a:off x="1603269" y="1318873"/>
              <a:ext cx="1501819" cy="811891"/>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Model</a:t>
              </a:r>
              <a:endParaRPr/>
            </a:p>
          </p:txBody>
        </p:sp>
      </p:grpSp>
      <p:grpSp>
        <p:nvGrpSpPr>
          <p:cNvPr id="135" name="Google Shape;135;p3"/>
          <p:cNvGrpSpPr/>
          <p:nvPr/>
        </p:nvGrpSpPr>
        <p:grpSpPr>
          <a:xfrm>
            <a:off x="9663832" y="4226049"/>
            <a:ext cx="388084" cy="323403"/>
            <a:chOff x="2160137" y="2209924"/>
            <a:chExt cx="388084" cy="323403"/>
          </a:xfrm>
        </p:grpSpPr>
        <p:sp>
          <p:nvSpPr>
            <p:cNvPr id="136" name="Google Shape;136;p3"/>
            <p:cNvSpPr/>
            <p:nvPr/>
          </p:nvSpPr>
          <p:spPr>
            <a:xfrm rot="5400000">
              <a:off x="2192477" y="2177583"/>
              <a:ext cx="323403" cy="388084"/>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37" name="Google Shape;137;p3"/>
            <p:cNvSpPr txBox="1"/>
            <p:nvPr/>
          </p:nvSpPr>
          <p:spPr>
            <a:xfrm>
              <a:off x="2237754" y="2209924"/>
              <a:ext cx="232850" cy="22638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Gill Sans"/>
                <a:buNone/>
              </a:pPr>
              <a:endParaRPr sz="1700">
                <a:solidFill>
                  <a:schemeClr val="lt1"/>
                </a:solidFill>
                <a:latin typeface="Gill Sans"/>
                <a:ea typeface="Gill Sans"/>
                <a:cs typeface="Gill Sans"/>
                <a:sym typeface="Gill Sans"/>
              </a:endParaRPr>
            </a:p>
          </p:txBody>
        </p:sp>
      </p:grpSp>
      <p:grpSp>
        <p:nvGrpSpPr>
          <p:cNvPr id="138" name="Google Shape;138;p3"/>
          <p:cNvGrpSpPr/>
          <p:nvPr/>
        </p:nvGrpSpPr>
        <p:grpSpPr>
          <a:xfrm>
            <a:off x="9081705" y="4603354"/>
            <a:ext cx="1552337" cy="862409"/>
            <a:chOff x="1578010" y="2587228"/>
            <a:chExt cx="1552337" cy="862409"/>
          </a:xfrm>
        </p:grpSpPr>
        <p:sp>
          <p:nvSpPr>
            <p:cNvPr id="139" name="Google Shape;139;p3"/>
            <p:cNvSpPr/>
            <p:nvPr/>
          </p:nvSpPr>
          <p:spPr>
            <a:xfrm>
              <a:off x="1578010" y="2587228"/>
              <a:ext cx="1552337" cy="862409"/>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0" name="Google Shape;140;p3"/>
            <p:cNvSpPr txBox="1"/>
            <p:nvPr/>
          </p:nvSpPr>
          <p:spPr>
            <a:xfrm>
              <a:off x="1603269" y="2612487"/>
              <a:ext cx="1501819" cy="811891"/>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Result</a:t>
              </a:r>
              <a:endParaRPr/>
            </a:p>
          </p:txBody>
        </p:sp>
      </p:grpSp>
      <p:sp>
        <p:nvSpPr>
          <p:cNvPr id="141" name="Google Shape;141;p3"/>
          <p:cNvSpPr txBox="1"/>
          <p:nvPr/>
        </p:nvSpPr>
        <p:spPr>
          <a:xfrm>
            <a:off x="9312442" y="5590492"/>
            <a:ext cx="10482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Inference</a:t>
            </a:r>
            <a:endParaRPr/>
          </a:p>
        </p:txBody>
      </p:sp>
      <p:sp>
        <p:nvSpPr>
          <p:cNvPr id="142" name="Google Shape;142;p3"/>
          <p:cNvSpPr/>
          <p:nvPr/>
        </p:nvSpPr>
        <p:spPr>
          <a:xfrm>
            <a:off x="5366085" y="2414337"/>
            <a:ext cx="3144254" cy="2620221"/>
          </a:xfrm>
          <a:prstGeom prst="arc">
            <a:avLst>
              <a:gd name="adj1" fmla="val 16200000"/>
              <a:gd name="adj2" fmla="val 5180872"/>
            </a:avLst>
          </a:prstGeom>
          <a:noFill/>
          <a:ln w="9525" cap="flat" cmpd="sng">
            <a:solidFill>
              <a:schemeClr val="accent1"/>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43" name="Google Shape;143;p3"/>
          <p:cNvSpPr/>
          <p:nvPr/>
        </p:nvSpPr>
        <p:spPr>
          <a:xfrm rot="10800000">
            <a:off x="3890210" y="2413755"/>
            <a:ext cx="3144254" cy="2620221"/>
          </a:xfrm>
          <a:prstGeom prst="arc">
            <a:avLst>
              <a:gd name="adj1" fmla="val 16200000"/>
              <a:gd name="adj2" fmla="val 5180872"/>
            </a:avLst>
          </a:prstGeom>
          <a:noFill/>
          <a:ln w="9525" cap="flat" cmpd="sng">
            <a:solidFill>
              <a:schemeClr val="accent1"/>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8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lvl="0">
              <a:lnSpc>
                <a:spcPct val="90000"/>
              </a:lnSpc>
              <a:spcBef>
                <a:spcPts val="0"/>
              </a:spcBef>
              <a:buClr>
                <a:schemeClr val="dk1"/>
              </a:buClr>
              <a:buSzPts val="3200"/>
            </a:pPr>
            <a:r>
              <a:rPr lang="en-US" dirty="0">
                <a:hlinkClick r:id="rId3"/>
              </a:rPr>
              <a:t>https://huggingface.co/models</a:t>
            </a:r>
            <a:endParaRPr dirty="0"/>
          </a:p>
        </p:txBody>
      </p:sp>
      <p:sp>
        <p:nvSpPr>
          <p:cNvPr id="1027" name="Google Shape;1027;p88"/>
          <p:cNvSpPr txBox="1">
            <a:spLocks noGrp="1"/>
          </p:cNvSpPr>
          <p:nvPr>
            <p:ph type="body" idx="1"/>
          </p:nvPr>
        </p:nvSpPr>
        <p:spPr>
          <a:xfrm>
            <a:off x="1451579" y="2015734"/>
            <a:ext cx="5622284"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200K+ models</a:t>
            </a:r>
            <a:endParaRPr/>
          </a:p>
          <a:p>
            <a:pPr marL="228600" lvl="0" indent="-228600" algn="l" rtl="0">
              <a:lnSpc>
                <a:spcPct val="120000"/>
              </a:lnSpc>
              <a:spcBef>
                <a:spcPts val="1000"/>
              </a:spcBef>
              <a:spcAft>
                <a:spcPts val="0"/>
              </a:spcAft>
              <a:buSzPts val="2000"/>
              <a:buChar char="•"/>
            </a:pPr>
            <a:r>
              <a:rPr lang="en-US"/>
              <a:t>Deepseek</a:t>
            </a:r>
            <a:endParaRPr/>
          </a:p>
          <a:p>
            <a:pPr marL="228600" lvl="0" indent="-228600" algn="l" rtl="0">
              <a:lnSpc>
                <a:spcPct val="120000"/>
              </a:lnSpc>
              <a:spcBef>
                <a:spcPts val="1000"/>
              </a:spcBef>
              <a:spcAft>
                <a:spcPts val="0"/>
              </a:spcAft>
              <a:buSzPts val="2000"/>
              <a:buChar char="•"/>
            </a:pPr>
            <a:r>
              <a:rPr lang="en-US"/>
              <a:t>Qwen</a:t>
            </a:r>
            <a:endParaRPr/>
          </a:p>
          <a:p>
            <a:pPr marL="228600" lvl="0" indent="-228600" algn="l" rtl="0">
              <a:lnSpc>
                <a:spcPct val="120000"/>
              </a:lnSpc>
              <a:spcBef>
                <a:spcPts val="1000"/>
              </a:spcBef>
              <a:spcAft>
                <a:spcPts val="0"/>
              </a:spcAft>
              <a:buSzPts val="2000"/>
              <a:buChar char="•"/>
            </a:pPr>
            <a:r>
              <a:rPr lang="en-US"/>
              <a:t>Llama</a:t>
            </a:r>
            <a:endParaRPr/>
          </a:p>
          <a:p>
            <a:pPr marL="228600" lvl="0" indent="-228600" algn="l" rtl="0">
              <a:lnSpc>
                <a:spcPct val="120000"/>
              </a:lnSpc>
              <a:spcBef>
                <a:spcPts val="1000"/>
              </a:spcBef>
              <a:spcAft>
                <a:spcPts val="0"/>
              </a:spcAft>
              <a:buSzPts val="2000"/>
              <a:buChar char="•"/>
            </a:pPr>
            <a:r>
              <a:rPr lang="en-US"/>
              <a:t>Mistral</a:t>
            </a:r>
            <a:endParaRPr/>
          </a:p>
          <a:p>
            <a:pPr marL="228600" lvl="0" indent="-228600" algn="l" rtl="0">
              <a:lnSpc>
                <a:spcPct val="120000"/>
              </a:lnSpc>
              <a:spcBef>
                <a:spcPts val="1000"/>
              </a:spcBef>
              <a:spcAft>
                <a:spcPts val="0"/>
              </a:spcAft>
              <a:buSzPts val="2000"/>
              <a:buChar char="•"/>
            </a:pPr>
            <a:r>
              <a:rPr lang="en-US"/>
              <a:t>Phi</a:t>
            </a:r>
            <a:endParaRPr/>
          </a:p>
          <a:p>
            <a:pPr marL="228600" lvl="0" indent="-228600" algn="l" rtl="0">
              <a:lnSpc>
                <a:spcPct val="120000"/>
              </a:lnSpc>
              <a:spcBef>
                <a:spcPts val="1000"/>
              </a:spcBef>
              <a:spcAft>
                <a:spcPts val="0"/>
              </a:spcAft>
              <a:buSzPts val="2000"/>
              <a:buChar char="•"/>
            </a:pPr>
            <a:r>
              <a:rPr lang="en-US"/>
              <a:t>Gemma</a:t>
            </a:r>
            <a:endParaRPr/>
          </a:p>
          <a:p>
            <a:pPr marL="228600" lvl="0" indent="-101600" algn="l" rtl="0">
              <a:lnSpc>
                <a:spcPct val="120000"/>
              </a:lnSpc>
              <a:spcBef>
                <a:spcPts val="1000"/>
              </a:spcBef>
              <a:spcAft>
                <a:spcPts val="0"/>
              </a:spcAft>
              <a:buSzPts val="2000"/>
              <a:buNone/>
            </a:pPr>
            <a:endParaRPr/>
          </a:p>
        </p:txBody>
      </p:sp>
      <p:pic>
        <p:nvPicPr>
          <p:cNvPr id="1028" name="Google Shape;1028;p88" descr="A screenshot of a computer&#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192918" y="2015734"/>
            <a:ext cx="3500715" cy="3448204"/>
          </a:xfrm>
          <a:prstGeom prst="rect">
            <a:avLst/>
          </a:prstGeom>
          <a:noFill/>
          <a:ln>
            <a:noFill/>
          </a:ln>
        </p:spPr>
      </p:pic>
      <p:sp>
        <p:nvSpPr>
          <p:cNvPr id="1029" name="Google Shape;1029;p88"/>
          <p:cNvSpPr txBox="1"/>
          <p:nvPr/>
        </p:nvSpPr>
        <p:spPr>
          <a:xfrm>
            <a:off x="5615609" y="2176670"/>
            <a:ext cx="2577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Model Size – 685 billion</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Tensor Type BF16, F8, F32</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FineTunes – 9</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Quantizations - 11</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Dataset</a:t>
            </a:r>
            <a:endParaRPr/>
          </a:p>
        </p:txBody>
      </p:sp>
      <p:sp>
        <p:nvSpPr>
          <p:cNvPr id="2" name="TextBox 1">
            <a:extLst>
              <a:ext uri="{FF2B5EF4-FFF2-40B4-BE49-F238E27FC236}">
                <a16:creationId xmlns:a16="http://schemas.microsoft.com/office/drawing/2014/main" id="{B27F19EF-41E7-EE2D-FCB2-6231A490416A}"/>
              </a:ext>
            </a:extLst>
          </p:cNvPr>
          <p:cNvSpPr txBox="1"/>
          <p:nvPr/>
        </p:nvSpPr>
        <p:spPr>
          <a:xfrm>
            <a:off x="3703782" y="5789263"/>
            <a:ext cx="4719946" cy="584775"/>
          </a:xfrm>
          <a:prstGeom prst="rect">
            <a:avLst/>
          </a:prstGeom>
          <a:noFill/>
        </p:spPr>
        <p:txBody>
          <a:bodyPr wrap="none" rtlCol="0">
            <a:spAutoFit/>
          </a:bodyPr>
          <a:lstStyle/>
          <a:p>
            <a:r>
              <a:rPr lang="en-US" sz="3200" dirty="0"/>
              <a:t>Task = TEXT GENERATION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8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lvl="0">
              <a:lnSpc>
                <a:spcPct val="90000"/>
              </a:lnSpc>
              <a:spcBef>
                <a:spcPts val="0"/>
              </a:spcBef>
              <a:buClr>
                <a:schemeClr val="dk1"/>
              </a:buClr>
              <a:buSzPts val="3200"/>
            </a:pPr>
            <a:r>
              <a:rPr lang="en-US" dirty="0">
                <a:hlinkClick r:id="rId3"/>
              </a:rPr>
              <a:t>https://huggingface.co/models</a:t>
            </a:r>
            <a:endParaRPr dirty="0"/>
          </a:p>
        </p:txBody>
      </p:sp>
      <p:sp>
        <p:nvSpPr>
          <p:cNvPr id="1035" name="Google Shape;1035;p89"/>
          <p:cNvSpPr txBox="1">
            <a:spLocks noGrp="1"/>
          </p:cNvSpPr>
          <p:nvPr>
            <p:ph type="body" idx="1"/>
          </p:nvPr>
        </p:nvSpPr>
        <p:spPr>
          <a:xfrm>
            <a:off x="1451579" y="2015734"/>
            <a:ext cx="5622284" cy="345061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20000"/>
              </a:lnSpc>
              <a:spcBef>
                <a:spcPts val="0"/>
              </a:spcBef>
              <a:spcAft>
                <a:spcPts val="0"/>
              </a:spcAft>
              <a:buSzPct val="100000"/>
              <a:buChar char="•"/>
            </a:pPr>
            <a:r>
              <a:rPr lang="en-US"/>
              <a:t>90K+ models</a:t>
            </a:r>
            <a:endParaRPr/>
          </a:p>
          <a:p>
            <a:pPr marL="228600" lvl="0" indent="-228600" algn="l" rtl="0">
              <a:lnSpc>
                <a:spcPct val="120000"/>
              </a:lnSpc>
              <a:spcBef>
                <a:spcPts val="1000"/>
              </a:spcBef>
              <a:spcAft>
                <a:spcPts val="0"/>
              </a:spcAft>
              <a:buSzPct val="100000"/>
              <a:buChar char="•"/>
            </a:pPr>
            <a:r>
              <a:rPr lang="en-US"/>
              <a:t>Finbert</a:t>
            </a:r>
            <a:endParaRPr/>
          </a:p>
          <a:p>
            <a:pPr marL="228600" lvl="0" indent="-228600" algn="l" rtl="0">
              <a:lnSpc>
                <a:spcPct val="120000"/>
              </a:lnSpc>
              <a:spcBef>
                <a:spcPts val="1000"/>
              </a:spcBef>
              <a:spcAft>
                <a:spcPts val="0"/>
              </a:spcAft>
              <a:buSzPct val="100000"/>
              <a:buChar char="•"/>
            </a:pPr>
            <a:r>
              <a:rPr lang="en-US"/>
              <a:t>Emotion-text-classifier</a:t>
            </a:r>
            <a:endParaRPr/>
          </a:p>
          <a:p>
            <a:pPr marL="228600" lvl="0" indent="-228600" algn="l" rtl="0">
              <a:lnSpc>
                <a:spcPct val="120000"/>
              </a:lnSpc>
              <a:spcBef>
                <a:spcPts val="1000"/>
              </a:spcBef>
              <a:spcAft>
                <a:spcPts val="0"/>
              </a:spcAft>
              <a:buSzPct val="100000"/>
              <a:buChar char="•"/>
            </a:pPr>
            <a:r>
              <a:rPr lang="en-US"/>
              <a:t>Hallucination-evaluation-model</a:t>
            </a:r>
            <a:endParaRPr/>
          </a:p>
          <a:p>
            <a:pPr marL="228600" lvl="0" indent="-111125" algn="l" rtl="0">
              <a:lnSpc>
                <a:spcPct val="120000"/>
              </a:lnSpc>
              <a:spcBef>
                <a:spcPts val="1000"/>
              </a:spcBef>
              <a:spcAft>
                <a:spcPts val="0"/>
              </a:spcAft>
              <a:buSzPct val="100000"/>
              <a:buNone/>
            </a:pPr>
            <a:endParaRPr/>
          </a:p>
          <a:p>
            <a:pPr marL="228600" lvl="0" indent="-228600" algn="l" rtl="0">
              <a:lnSpc>
                <a:spcPct val="120000"/>
              </a:lnSpc>
              <a:spcBef>
                <a:spcPts val="1000"/>
              </a:spcBef>
              <a:spcAft>
                <a:spcPts val="0"/>
              </a:spcAft>
              <a:buSzPct val="100000"/>
              <a:buChar char="•"/>
            </a:pPr>
            <a:r>
              <a:rPr lang="en-US"/>
              <a:t>Sentiment analysis</a:t>
            </a:r>
            <a:endParaRPr/>
          </a:p>
          <a:p>
            <a:pPr marL="228600" lvl="0" indent="-228600" algn="l" rtl="0">
              <a:lnSpc>
                <a:spcPct val="120000"/>
              </a:lnSpc>
              <a:spcBef>
                <a:spcPts val="1000"/>
              </a:spcBef>
              <a:spcAft>
                <a:spcPts val="0"/>
              </a:spcAft>
              <a:buSzPct val="100000"/>
              <a:buChar char="•"/>
            </a:pPr>
            <a:r>
              <a:rPr lang="en-US"/>
              <a:t>Tone detector</a:t>
            </a:r>
            <a:endParaRPr/>
          </a:p>
          <a:p>
            <a:pPr marL="228600" lvl="0" indent="-228600" algn="l" rtl="0">
              <a:lnSpc>
                <a:spcPct val="120000"/>
              </a:lnSpc>
              <a:spcBef>
                <a:spcPts val="1000"/>
              </a:spcBef>
              <a:spcAft>
                <a:spcPts val="0"/>
              </a:spcAft>
              <a:buSzPct val="100000"/>
              <a:buChar char="•"/>
            </a:pPr>
            <a:r>
              <a:rPr lang="en-US"/>
              <a:t>Toxicity classifier</a:t>
            </a:r>
            <a:endParaRPr/>
          </a:p>
        </p:txBody>
      </p:sp>
      <p:pic>
        <p:nvPicPr>
          <p:cNvPr id="1036" name="Google Shape;1036;p89" descr="A screenshot of a computer&#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568671" y="1853754"/>
            <a:ext cx="6263009" cy="4199727"/>
          </a:xfrm>
          <a:prstGeom prst="rect">
            <a:avLst/>
          </a:prstGeom>
          <a:noFill/>
          <a:ln>
            <a:noFill/>
          </a:ln>
        </p:spPr>
      </p:pic>
      <p:sp>
        <p:nvSpPr>
          <p:cNvPr id="2" name="TextBox 1">
            <a:extLst>
              <a:ext uri="{FF2B5EF4-FFF2-40B4-BE49-F238E27FC236}">
                <a16:creationId xmlns:a16="http://schemas.microsoft.com/office/drawing/2014/main" id="{18B5B2EA-2398-CC81-4FC0-A24C65D7B9C3}"/>
              </a:ext>
            </a:extLst>
          </p:cNvPr>
          <p:cNvSpPr txBox="1"/>
          <p:nvPr/>
        </p:nvSpPr>
        <p:spPr>
          <a:xfrm>
            <a:off x="3870036" y="6215461"/>
            <a:ext cx="4050019" cy="461665"/>
          </a:xfrm>
          <a:prstGeom prst="rect">
            <a:avLst/>
          </a:prstGeom>
          <a:noFill/>
        </p:spPr>
        <p:txBody>
          <a:bodyPr wrap="none" rtlCol="0">
            <a:spAutoFit/>
          </a:bodyPr>
          <a:lstStyle/>
          <a:p>
            <a:r>
              <a:rPr lang="en-US" sz="2400" dirty="0"/>
              <a:t>Task = TEXT CLASSIFICATION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9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lvl="0">
              <a:lnSpc>
                <a:spcPct val="90000"/>
              </a:lnSpc>
              <a:spcBef>
                <a:spcPts val="0"/>
              </a:spcBef>
              <a:buClr>
                <a:schemeClr val="dk1"/>
              </a:buClr>
              <a:buSzPts val="3200"/>
            </a:pPr>
            <a:r>
              <a:rPr lang="en-US" dirty="0">
                <a:hlinkClick r:id="rId3"/>
              </a:rPr>
              <a:t>https://huggingface.co/models</a:t>
            </a:r>
            <a:endParaRPr dirty="0"/>
          </a:p>
        </p:txBody>
      </p:sp>
      <p:sp>
        <p:nvSpPr>
          <p:cNvPr id="1042" name="Google Shape;1042;p9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Roberta-base-squad</a:t>
            </a:r>
            <a:endParaRPr/>
          </a:p>
          <a:p>
            <a:pPr marL="228600" lvl="0" indent="-228600" algn="l" rtl="0">
              <a:lnSpc>
                <a:spcPct val="120000"/>
              </a:lnSpc>
              <a:spcBef>
                <a:spcPts val="1000"/>
              </a:spcBef>
              <a:spcAft>
                <a:spcPts val="0"/>
              </a:spcAft>
              <a:buSzPts val="2000"/>
              <a:buChar char="•"/>
            </a:pPr>
            <a:r>
              <a:rPr lang="en-US"/>
              <a:t>PatientSeek</a:t>
            </a:r>
            <a:endParaRPr/>
          </a:p>
          <a:p>
            <a:pPr marL="228600" lvl="0" indent="-228600" algn="l" rtl="0">
              <a:lnSpc>
                <a:spcPct val="120000"/>
              </a:lnSpc>
              <a:spcBef>
                <a:spcPts val="1000"/>
              </a:spcBef>
              <a:spcAft>
                <a:spcPts val="0"/>
              </a:spcAft>
              <a:buSzPts val="2000"/>
              <a:buChar char="•"/>
            </a:pPr>
            <a:r>
              <a:rPr lang="en-US"/>
              <a:t>Indobert-QA</a:t>
            </a:r>
            <a:endParaRPr/>
          </a:p>
        </p:txBody>
      </p:sp>
      <p:pic>
        <p:nvPicPr>
          <p:cNvPr id="1043" name="Google Shape;1043;p90" descr="A screenshot of a computer&#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784105" y="1569030"/>
            <a:ext cx="5078068" cy="4484451"/>
          </a:xfrm>
          <a:prstGeom prst="rect">
            <a:avLst/>
          </a:prstGeom>
          <a:noFill/>
          <a:ln>
            <a:noFill/>
          </a:ln>
        </p:spPr>
      </p:pic>
      <p:sp>
        <p:nvSpPr>
          <p:cNvPr id="2" name="TextBox 1">
            <a:extLst>
              <a:ext uri="{FF2B5EF4-FFF2-40B4-BE49-F238E27FC236}">
                <a16:creationId xmlns:a16="http://schemas.microsoft.com/office/drawing/2014/main" id="{F4236E4F-760C-BA25-64A1-B6C537D1777D}"/>
              </a:ext>
            </a:extLst>
          </p:cNvPr>
          <p:cNvSpPr txBox="1"/>
          <p:nvPr/>
        </p:nvSpPr>
        <p:spPr>
          <a:xfrm>
            <a:off x="4043074" y="6215459"/>
            <a:ext cx="3280065" cy="369332"/>
          </a:xfrm>
          <a:prstGeom prst="rect">
            <a:avLst/>
          </a:prstGeom>
          <a:noFill/>
        </p:spPr>
        <p:txBody>
          <a:bodyPr wrap="none" rtlCol="0">
            <a:spAutoFit/>
          </a:bodyPr>
          <a:lstStyle/>
          <a:p>
            <a:r>
              <a:rPr lang="en-US" dirty="0"/>
              <a:t>Task = QUESTION ANSWERING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5">
          <a:extLst>
            <a:ext uri="{FF2B5EF4-FFF2-40B4-BE49-F238E27FC236}">
              <a16:creationId xmlns:a16="http://schemas.microsoft.com/office/drawing/2014/main" id="{D3E9A104-621E-2929-B3E6-412403EA8853}"/>
            </a:ext>
          </a:extLst>
        </p:cNvPr>
        <p:cNvGrpSpPr/>
        <p:nvPr/>
      </p:nvGrpSpPr>
      <p:grpSpPr>
        <a:xfrm>
          <a:off x="0" y="0"/>
          <a:ext cx="0" cy="0"/>
          <a:chOff x="0" y="0"/>
          <a:chExt cx="0" cy="0"/>
        </a:xfrm>
      </p:grpSpPr>
      <p:sp>
        <p:nvSpPr>
          <p:cNvPr id="926" name="Google Shape;926;p78">
            <a:extLst>
              <a:ext uri="{FF2B5EF4-FFF2-40B4-BE49-F238E27FC236}">
                <a16:creationId xmlns:a16="http://schemas.microsoft.com/office/drawing/2014/main" id="{A8793D0B-FFD1-8A09-D6F3-55B31C6A83F4}"/>
              </a:ext>
            </a:extLst>
          </p:cNvPr>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dk1"/>
              </a:buClr>
              <a:buSzPts val="6600"/>
              <a:buFont typeface="Gill Sans"/>
              <a:buNone/>
            </a:pPr>
            <a:r>
              <a:rPr lang="en-US" dirty="0"/>
              <a:t>Understanding AI models</a:t>
            </a:r>
            <a:endParaRPr dirty="0"/>
          </a:p>
        </p:txBody>
      </p:sp>
    </p:spTree>
    <p:extLst>
      <p:ext uri="{BB962C8B-B14F-4D97-AF65-F5344CB8AC3E}">
        <p14:creationId xmlns:p14="http://schemas.microsoft.com/office/powerpoint/2010/main" val="4076309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WHAT IS A MODEL? </a:t>
            </a:r>
            <a:endParaRPr/>
          </a:p>
        </p:txBody>
      </p:sp>
      <p:sp>
        <p:nvSpPr>
          <p:cNvPr id="149" name="Google Shape;149;p4"/>
          <p:cNvSpPr txBox="1">
            <a:spLocks noGrp="1"/>
          </p:cNvSpPr>
          <p:nvPr>
            <p:ph type="body" idx="1"/>
          </p:nvPr>
        </p:nvSpPr>
        <p:spPr>
          <a:xfrm>
            <a:off x="1119667" y="2760466"/>
            <a:ext cx="5769836" cy="104923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0000"/>
              </a:lnSpc>
              <a:spcBef>
                <a:spcPts val="0"/>
              </a:spcBef>
              <a:spcAft>
                <a:spcPts val="0"/>
              </a:spcAft>
              <a:buSzPts val="2000"/>
              <a:buChar char="•"/>
            </a:pPr>
            <a:r>
              <a:rPr lang="en-US" dirty="0"/>
              <a:t>If A gives 1 Banana to B, B gives 4 Apples to A</a:t>
            </a:r>
          </a:p>
          <a:p>
            <a:pPr>
              <a:lnSpc>
                <a:spcPct val="120000"/>
              </a:lnSpc>
              <a:spcBef>
                <a:spcPts val="0"/>
              </a:spcBef>
              <a:buSzPts val="2000"/>
            </a:pPr>
            <a:r>
              <a:rPr lang="en-US" dirty="0"/>
              <a:t>If A gives 2 Banana to B, B gives 7 Apples to A</a:t>
            </a:r>
          </a:p>
          <a:p>
            <a:pPr>
              <a:lnSpc>
                <a:spcPct val="120000"/>
              </a:lnSpc>
              <a:spcBef>
                <a:spcPts val="0"/>
              </a:spcBef>
              <a:buSzPts val="2000"/>
            </a:pPr>
            <a:r>
              <a:rPr lang="en-US" dirty="0"/>
              <a:t>If A gives 3 Banana to B, B gives 10 Apples to A</a:t>
            </a:r>
          </a:p>
          <a:p>
            <a:pPr>
              <a:lnSpc>
                <a:spcPct val="120000"/>
              </a:lnSpc>
              <a:spcBef>
                <a:spcPts val="0"/>
              </a:spcBef>
              <a:buSzPts val="2000"/>
            </a:pPr>
            <a:endParaRPr lang="en-US" dirty="0"/>
          </a:p>
          <a:p>
            <a:pPr marL="228600" lvl="0" indent="-228600" algn="l" rtl="0">
              <a:lnSpc>
                <a:spcPct val="120000"/>
              </a:lnSpc>
              <a:spcBef>
                <a:spcPts val="0"/>
              </a:spcBef>
              <a:spcAft>
                <a:spcPts val="0"/>
              </a:spcAft>
              <a:buSzPts val="2000"/>
              <a:buChar char="•"/>
            </a:pPr>
            <a:endParaRPr dirty="0"/>
          </a:p>
          <a:p>
            <a:pPr marL="228600" lvl="0" indent="-101600" algn="l" rtl="0">
              <a:lnSpc>
                <a:spcPct val="120000"/>
              </a:lnSpc>
              <a:spcBef>
                <a:spcPts val="1000"/>
              </a:spcBef>
              <a:spcAft>
                <a:spcPts val="0"/>
              </a:spcAft>
              <a:buSzPts val="2000"/>
              <a:buNone/>
            </a:pPr>
            <a:endParaRPr dirty="0"/>
          </a:p>
        </p:txBody>
      </p:sp>
      <p:sp>
        <p:nvSpPr>
          <p:cNvPr id="159" name="Google Shape;159;p4"/>
          <p:cNvSpPr txBox="1"/>
          <p:nvPr/>
        </p:nvSpPr>
        <p:spPr>
          <a:xfrm>
            <a:off x="5270925" y="2140905"/>
            <a:ext cx="31189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Gill Sans"/>
                <a:ea typeface="Gill Sans"/>
                <a:cs typeface="Gill Sans"/>
                <a:sym typeface="Gill Sans"/>
              </a:rPr>
              <a:t>Suppose you are playing a game</a:t>
            </a:r>
            <a:endParaRPr dirty="0"/>
          </a:p>
        </p:txBody>
      </p:sp>
      <p:sp>
        <p:nvSpPr>
          <p:cNvPr id="2" name="TextBox 1">
            <a:extLst>
              <a:ext uri="{FF2B5EF4-FFF2-40B4-BE49-F238E27FC236}">
                <a16:creationId xmlns:a16="http://schemas.microsoft.com/office/drawing/2014/main" id="{8860EF18-63E5-7BDA-ABBC-18D2AD5E7583}"/>
              </a:ext>
            </a:extLst>
          </p:cNvPr>
          <p:cNvSpPr txBox="1"/>
          <p:nvPr/>
        </p:nvSpPr>
        <p:spPr>
          <a:xfrm>
            <a:off x="4225468" y="4242147"/>
            <a:ext cx="6084230" cy="369332"/>
          </a:xfrm>
          <a:prstGeom prst="rect">
            <a:avLst/>
          </a:prstGeom>
          <a:noFill/>
        </p:spPr>
        <p:txBody>
          <a:bodyPr wrap="none" rtlCol="0">
            <a:spAutoFit/>
          </a:bodyPr>
          <a:lstStyle/>
          <a:p>
            <a:r>
              <a:rPr lang="en-US" dirty="0"/>
              <a:t>How many apples will B give to A, if A gives 4 Bananas to B?</a:t>
            </a:r>
          </a:p>
        </p:txBody>
      </p:sp>
      <p:sp>
        <p:nvSpPr>
          <p:cNvPr id="4" name="TextBox 3">
            <a:extLst>
              <a:ext uri="{FF2B5EF4-FFF2-40B4-BE49-F238E27FC236}">
                <a16:creationId xmlns:a16="http://schemas.microsoft.com/office/drawing/2014/main" id="{AF58E5E9-B8AE-1550-37D6-CFB21904B44D}"/>
              </a:ext>
            </a:extLst>
          </p:cNvPr>
          <p:cNvSpPr txBox="1"/>
          <p:nvPr/>
        </p:nvSpPr>
        <p:spPr>
          <a:xfrm>
            <a:off x="8389856" y="1659118"/>
            <a:ext cx="1015021" cy="369332"/>
          </a:xfrm>
          <a:prstGeom prst="rect">
            <a:avLst/>
          </a:prstGeom>
          <a:noFill/>
        </p:spPr>
        <p:txBody>
          <a:bodyPr wrap="none" rtlCol="0">
            <a:spAutoFit/>
          </a:bodyPr>
          <a:lstStyle/>
          <a:p>
            <a:r>
              <a:rPr lang="en-US" dirty="0"/>
              <a:t>Y = 3x+1</a:t>
            </a:r>
          </a:p>
        </p:txBody>
      </p:sp>
      <p:sp>
        <p:nvSpPr>
          <p:cNvPr id="13" name="TextBox 12">
            <a:extLst>
              <a:ext uri="{FF2B5EF4-FFF2-40B4-BE49-F238E27FC236}">
                <a16:creationId xmlns:a16="http://schemas.microsoft.com/office/drawing/2014/main" id="{92113B2F-BB87-A176-6ADD-08718B7A0162}"/>
              </a:ext>
            </a:extLst>
          </p:cNvPr>
          <p:cNvSpPr txBox="1"/>
          <p:nvPr/>
        </p:nvSpPr>
        <p:spPr>
          <a:xfrm>
            <a:off x="1711299" y="5218445"/>
            <a:ext cx="9083833" cy="646331"/>
          </a:xfrm>
          <a:prstGeom prst="rect">
            <a:avLst/>
          </a:prstGeom>
          <a:noFill/>
        </p:spPr>
        <p:txBody>
          <a:bodyPr wrap="none" rtlCol="0">
            <a:spAutoFit/>
          </a:bodyPr>
          <a:lstStyle/>
          <a:p>
            <a:pPr algn="ctr"/>
            <a:r>
              <a:rPr lang="en-US" dirty="0"/>
              <a:t>A model solves the given question using mathematical equation</a:t>
            </a:r>
          </a:p>
          <a:p>
            <a:pPr algn="ctr"/>
            <a:r>
              <a:rPr lang="en-US" dirty="0"/>
              <a:t>Model’s task is to predict a set of numbers that will give you answer to the question above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96FAE-3A49-82BE-1A76-77784F6BE128}"/>
              </a:ext>
            </a:extLst>
          </p:cNvPr>
          <p:cNvSpPr>
            <a:spLocks noGrp="1"/>
          </p:cNvSpPr>
          <p:nvPr>
            <p:ph type="title"/>
          </p:nvPr>
        </p:nvSpPr>
        <p:spPr/>
        <p:txBody>
          <a:bodyPr/>
          <a:lstStyle/>
          <a:p>
            <a:r>
              <a:rPr lang="en-US" dirty="0"/>
              <a:t>Training data</a:t>
            </a:r>
          </a:p>
        </p:txBody>
      </p:sp>
      <p:sp>
        <p:nvSpPr>
          <p:cNvPr id="6" name="TextBox 5">
            <a:extLst>
              <a:ext uri="{FF2B5EF4-FFF2-40B4-BE49-F238E27FC236}">
                <a16:creationId xmlns:a16="http://schemas.microsoft.com/office/drawing/2014/main" id="{DB3055A3-3F0F-6E82-B7C9-7D436FD8E2EF}"/>
              </a:ext>
            </a:extLst>
          </p:cNvPr>
          <p:cNvSpPr txBox="1"/>
          <p:nvPr/>
        </p:nvSpPr>
        <p:spPr>
          <a:xfrm>
            <a:off x="6344976" y="1551396"/>
            <a:ext cx="2374817" cy="646331"/>
          </a:xfrm>
          <a:prstGeom prst="rect">
            <a:avLst/>
          </a:prstGeom>
          <a:noFill/>
        </p:spPr>
        <p:txBody>
          <a:bodyPr wrap="none" rtlCol="0">
            <a:spAutoFit/>
          </a:bodyPr>
          <a:lstStyle/>
          <a:p>
            <a:r>
              <a:rPr lang="en-US" dirty="0"/>
              <a:t>Y = number of apples</a:t>
            </a:r>
          </a:p>
          <a:p>
            <a:r>
              <a:rPr lang="en-US" dirty="0"/>
              <a:t>X = number of banana</a:t>
            </a:r>
          </a:p>
        </p:txBody>
      </p:sp>
      <p:sp>
        <p:nvSpPr>
          <p:cNvPr id="7" name="TextBox 6">
            <a:extLst>
              <a:ext uri="{FF2B5EF4-FFF2-40B4-BE49-F238E27FC236}">
                <a16:creationId xmlns:a16="http://schemas.microsoft.com/office/drawing/2014/main" id="{0E7CC3F2-0903-1D21-D69A-2757E7E2BA8D}"/>
              </a:ext>
            </a:extLst>
          </p:cNvPr>
          <p:cNvSpPr txBox="1"/>
          <p:nvPr/>
        </p:nvSpPr>
        <p:spPr>
          <a:xfrm>
            <a:off x="3214220" y="4488958"/>
            <a:ext cx="3250955" cy="923330"/>
          </a:xfrm>
          <a:prstGeom prst="rect">
            <a:avLst/>
          </a:prstGeom>
          <a:noFill/>
        </p:spPr>
        <p:txBody>
          <a:bodyPr wrap="none" rtlCol="0">
            <a:spAutoFit/>
          </a:bodyPr>
          <a:lstStyle/>
          <a:p>
            <a:r>
              <a:rPr lang="en-US" dirty="0"/>
              <a:t>Goal is to find and equation</a:t>
            </a:r>
          </a:p>
          <a:p>
            <a:r>
              <a:rPr lang="en-US" dirty="0"/>
              <a:t>	Y= W*X + b</a:t>
            </a:r>
          </a:p>
          <a:p>
            <a:r>
              <a:rPr lang="en-US" dirty="0"/>
              <a:t>That works for any number of X</a:t>
            </a:r>
          </a:p>
        </p:txBody>
      </p:sp>
      <p:sp>
        <p:nvSpPr>
          <p:cNvPr id="8" name="TextBox 7">
            <a:extLst>
              <a:ext uri="{FF2B5EF4-FFF2-40B4-BE49-F238E27FC236}">
                <a16:creationId xmlns:a16="http://schemas.microsoft.com/office/drawing/2014/main" id="{26FDD27B-7296-A7B1-F78D-A1327956DEE7}"/>
              </a:ext>
            </a:extLst>
          </p:cNvPr>
          <p:cNvSpPr txBox="1"/>
          <p:nvPr/>
        </p:nvSpPr>
        <p:spPr>
          <a:xfrm>
            <a:off x="8041064" y="2600211"/>
            <a:ext cx="1781257" cy="923330"/>
          </a:xfrm>
          <a:prstGeom prst="rect">
            <a:avLst/>
          </a:prstGeom>
          <a:noFill/>
        </p:spPr>
        <p:txBody>
          <a:bodyPr wrap="none" rtlCol="0">
            <a:spAutoFit/>
          </a:bodyPr>
          <a:lstStyle/>
          <a:p>
            <a:r>
              <a:rPr lang="en-US" dirty="0"/>
              <a:t>X=1             Y= 4</a:t>
            </a:r>
          </a:p>
          <a:p>
            <a:r>
              <a:rPr lang="en-US" dirty="0"/>
              <a:t>X=2 	            Y=7</a:t>
            </a:r>
          </a:p>
          <a:p>
            <a:r>
              <a:rPr lang="en-US" dirty="0"/>
              <a:t>X=3              Y=10</a:t>
            </a:r>
          </a:p>
        </p:txBody>
      </p:sp>
      <p:sp>
        <p:nvSpPr>
          <p:cNvPr id="9" name="TextBox 8">
            <a:extLst>
              <a:ext uri="{FF2B5EF4-FFF2-40B4-BE49-F238E27FC236}">
                <a16:creationId xmlns:a16="http://schemas.microsoft.com/office/drawing/2014/main" id="{277B468F-12C8-F71D-437A-8BE77620C8AB}"/>
              </a:ext>
            </a:extLst>
          </p:cNvPr>
          <p:cNvSpPr txBox="1"/>
          <p:nvPr/>
        </p:nvSpPr>
        <p:spPr>
          <a:xfrm>
            <a:off x="8861386" y="4581291"/>
            <a:ext cx="1484445" cy="369332"/>
          </a:xfrm>
          <a:prstGeom prst="rect">
            <a:avLst/>
          </a:prstGeom>
          <a:noFill/>
        </p:spPr>
        <p:txBody>
          <a:bodyPr wrap="none" rtlCol="0">
            <a:spAutoFit/>
          </a:bodyPr>
          <a:lstStyle/>
          <a:p>
            <a:r>
              <a:rPr lang="en-US" dirty="0"/>
              <a:t>Find W and b</a:t>
            </a:r>
          </a:p>
        </p:txBody>
      </p:sp>
      <p:sp>
        <p:nvSpPr>
          <p:cNvPr id="3" name="Google Shape;149;p4">
            <a:extLst>
              <a:ext uri="{FF2B5EF4-FFF2-40B4-BE49-F238E27FC236}">
                <a16:creationId xmlns:a16="http://schemas.microsoft.com/office/drawing/2014/main" id="{9E6590FB-8289-1BD1-16CF-7BACCC0986DF}"/>
              </a:ext>
            </a:extLst>
          </p:cNvPr>
          <p:cNvSpPr txBox="1">
            <a:spLocks/>
          </p:cNvSpPr>
          <p:nvPr/>
        </p:nvSpPr>
        <p:spPr>
          <a:xfrm>
            <a:off x="962649" y="2537258"/>
            <a:ext cx="5769836" cy="1049235"/>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ts val="2000"/>
            </a:pPr>
            <a:r>
              <a:rPr lang="en-US"/>
              <a:t>If A gives 1 Banana to B, B gives 4 Apples to A</a:t>
            </a:r>
          </a:p>
          <a:p>
            <a:pPr>
              <a:lnSpc>
                <a:spcPct val="120000"/>
              </a:lnSpc>
              <a:spcBef>
                <a:spcPts val="0"/>
              </a:spcBef>
              <a:buSzPts val="2000"/>
            </a:pPr>
            <a:r>
              <a:rPr lang="en-US"/>
              <a:t>If A gives 2 Banana to B, B gives 7 Apples to A</a:t>
            </a:r>
          </a:p>
          <a:p>
            <a:pPr>
              <a:lnSpc>
                <a:spcPct val="120000"/>
              </a:lnSpc>
              <a:spcBef>
                <a:spcPts val="0"/>
              </a:spcBef>
              <a:buSzPts val="2000"/>
            </a:pPr>
            <a:r>
              <a:rPr lang="en-US"/>
              <a:t>If A gives 3 Banana to B, B gives 10 Apples to A</a:t>
            </a:r>
          </a:p>
          <a:p>
            <a:pPr>
              <a:lnSpc>
                <a:spcPct val="120000"/>
              </a:lnSpc>
              <a:spcBef>
                <a:spcPts val="0"/>
              </a:spcBef>
              <a:buSzPts val="2000"/>
            </a:pPr>
            <a:endParaRPr lang="en-US"/>
          </a:p>
          <a:p>
            <a:pPr>
              <a:lnSpc>
                <a:spcPct val="120000"/>
              </a:lnSpc>
              <a:spcBef>
                <a:spcPts val="0"/>
              </a:spcBef>
              <a:buSzPts val="2000"/>
            </a:pPr>
            <a:endParaRPr lang="en-US"/>
          </a:p>
          <a:p>
            <a:pPr indent="-101600">
              <a:lnSpc>
                <a:spcPct val="120000"/>
              </a:lnSpc>
              <a:buSzPts val="2000"/>
              <a:buFont typeface="Arial" panose="020B0604020202020204" pitchFamily="34" charset="0"/>
              <a:buNone/>
            </a:pPr>
            <a:endParaRPr lang="en-US" dirty="0"/>
          </a:p>
        </p:txBody>
      </p:sp>
      <p:cxnSp>
        <p:nvCxnSpPr>
          <p:cNvPr id="10" name="Straight Arrow Connector 9">
            <a:extLst>
              <a:ext uri="{FF2B5EF4-FFF2-40B4-BE49-F238E27FC236}">
                <a16:creationId xmlns:a16="http://schemas.microsoft.com/office/drawing/2014/main" id="{F3EB6715-BB1B-F565-B4C1-67EB103EA9F6}"/>
              </a:ext>
            </a:extLst>
          </p:cNvPr>
          <p:cNvCxnSpPr/>
          <p:nvPr/>
        </p:nvCxnSpPr>
        <p:spPr>
          <a:xfrm>
            <a:off x="6465175" y="4765957"/>
            <a:ext cx="22546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3090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76EE-7AD7-E20E-BEB3-913EE503A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E41DE-9DE8-9A3C-503A-34637A7B8976}"/>
              </a:ext>
            </a:extLst>
          </p:cNvPr>
          <p:cNvSpPr>
            <a:spLocks noGrp="1"/>
          </p:cNvSpPr>
          <p:nvPr>
            <p:ph type="title"/>
          </p:nvPr>
        </p:nvSpPr>
        <p:spPr/>
        <p:txBody>
          <a:bodyPr/>
          <a:lstStyle/>
          <a:p>
            <a:r>
              <a:rPr lang="en-US" dirty="0"/>
              <a:t>Training Process</a:t>
            </a:r>
          </a:p>
        </p:txBody>
      </p:sp>
      <p:sp>
        <p:nvSpPr>
          <p:cNvPr id="5" name="Google Shape;149;p4">
            <a:extLst>
              <a:ext uri="{FF2B5EF4-FFF2-40B4-BE49-F238E27FC236}">
                <a16:creationId xmlns:a16="http://schemas.microsoft.com/office/drawing/2014/main" id="{7EE86B67-9DCD-CCA3-0268-6027D43A0B5A}"/>
              </a:ext>
            </a:extLst>
          </p:cNvPr>
          <p:cNvSpPr txBox="1">
            <a:spLocks/>
          </p:cNvSpPr>
          <p:nvPr/>
        </p:nvSpPr>
        <p:spPr>
          <a:xfrm>
            <a:off x="733168" y="2600211"/>
            <a:ext cx="4234758" cy="1049235"/>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ts val="2000"/>
            </a:pPr>
            <a:r>
              <a:rPr lang="en-US" dirty="0"/>
              <a:t>Is W=0 and b =0?</a:t>
            </a:r>
          </a:p>
          <a:p>
            <a:pPr marL="0" indent="0">
              <a:lnSpc>
                <a:spcPct val="120000"/>
              </a:lnSpc>
              <a:spcBef>
                <a:spcPts val="0"/>
              </a:spcBef>
              <a:buSzPts val="2000"/>
              <a:buNone/>
            </a:pPr>
            <a:r>
              <a:rPr lang="en-US" dirty="0"/>
              <a:t>       </a:t>
            </a:r>
          </a:p>
          <a:p>
            <a:pPr marL="0" indent="0">
              <a:lnSpc>
                <a:spcPct val="120000"/>
              </a:lnSpc>
              <a:spcBef>
                <a:spcPts val="0"/>
              </a:spcBef>
              <a:buSzPts val="2000"/>
              <a:buNone/>
            </a:pPr>
            <a:r>
              <a:rPr lang="en-US" dirty="0"/>
              <a:t>           Y = 0*x + 0 </a:t>
            </a:r>
          </a:p>
          <a:p>
            <a:pPr>
              <a:lnSpc>
                <a:spcPct val="120000"/>
              </a:lnSpc>
              <a:spcBef>
                <a:spcPts val="0"/>
              </a:spcBef>
              <a:buSzPts val="2000"/>
            </a:pPr>
            <a:endParaRPr lang="en-US" dirty="0"/>
          </a:p>
          <a:p>
            <a:pPr indent="-101600">
              <a:lnSpc>
                <a:spcPct val="120000"/>
              </a:lnSpc>
              <a:buSzPts val="2000"/>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D07CEB26-711A-6E08-6A7B-65C72D9F2E11}"/>
              </a:ext>
            </a:extLst>
          </p:cNvPr>
          <p:cNvSpPr txBox="1"/>
          <p:nvPr/>
        </p:nvSpPr>
        <p:spPr>
          <a:xfrm>
            <a:off x="6372685" y="880962"/>
            <a:ext cx="2374817" cy="646331"/>
          </a:xfrm>
          <a:prstGeom prst="rect">
            <a:avLst/>
          </a:prstGeom>
          <a:noFill/>
        </p:spPr>
        <p:txBody>
          <a:bodyPr wrap="none" rtlCol="0">
            <a:spAutoFit/>
          </a:bodyPr>
          <a:lstStyle/>
          <a:p>
            <a:r>
              <a:rPr lang="en-US" dirty="0"/>
              <a:t>Y = number of apples</a:t>
            </a:r>
          </a:p>
          <a:p>
            <a:r>
              <a:rPr lang="en-US" dirty="0"/>
              <a:t>X = number of banana</a:t>
            </a:r>
          </a:p>
        </p:txBody>
      </p:sp>
      <p:sp>
        <p:nvSpPr>
          <p:cNvPr id="7" name="TextBox 6">
            <a:extLst>
              <a:ext uri="{FF2B5EF4-FFF2-40B4-BE49-F238E27FC236}">
                <a16:creationId xmlns:a16="http://schemas.microsoft.com/office/drawing/2014/main" id="{B11C52A3-3998-1B28-53EA-2F805106AA9D}"/>
              </a:ext>
            </a:extLst>
          </p:cNvPr>
          <p:cNvSpPr txBox="1"/>
          <p:nvPr/>
        </p:nvSpPr>
        <p:spPr>
          <a:xfrm>
            <a:off x="9613628" y="973295"/>
            <a:ext cx="1266693" cy="369332"/>
          </a:xfrm>
          <a:prstGeom prst="rect">
            <a:avLst/>
          </a:prstGeom>
          <a:noFill/>
        </p:spPr>
        <p:txBody>
          <a:bodyPr wrap="none" rtlCol="0">
            <a:spAutoFit/>
          </a:bodyPr>
          <a:lstStyle/>
          <a:p>
            <a:r>
              <a:rPr lang="en-US" dirty="0"/>
              <a:t>Y= W*X + b</a:t>
            </a:r>
          </a:p>
        </p:txBody>
      </p:sp>
      <p:sp>
        <p:nvSpPr>
          <p:cNvPr id="9" name="TextBox 8">
            <a:extLst>
              <a:ext uri="{FF2B5EF4-FFF2-40B4-BE49-F238E27FC236}">
                <a16:creationId xmlns:a16="http://schemas.microsoft.com/office/drawing/2014/main" id="{6590908E-A8CB-2789-C56E-CE8E3A151C41}"/>
              </a:ext>
            </a:extLst>
          </p:cNvPr>
          <p:cNvSpPr txBox="1"/>
          <p:nvPr/>
        </p:nvSpPr>
        <p:spPr>
          <a:xfrm>
            <a:off x="9468448" y="1270294"/>
            <a:ext cx="1484445" cy="369332"/>
          </a:xfrm>
          <a:prstGeom prst="rect">
            <a:avLst/>
          </a:prstGeom>
          <a:noFill/>
        </p:spPr>
        <p:txBody>
          <a:bodyPr wrap="none" rtlCol="0">
            <a:spAutoFit/>
          </a:bodyPr>
          <a:lstStyle/>
          <a:p>
            <a:r>
              <a:rPr lang="en-US" dirty="0"/>
              <a:t>Find W and b</a:t>
            </a:r>
          </a:p>
        </p:txBody>
      </p:sp>
      <p:sp>
        <p:nvSpPr>
          <p:cNvPr id="3" name="TextBox 2">
            <a:extLst>
              <a:ext uri="{FF2B5EF4-FFF2-40B4-BE49-F238E27FC236}">
                <a16:creationId xmlns:a16="http://schemas.microsoft.com/office/drawing/2014/main" id="{F37119E1-B6FD-104D-134C-FE95B40F4D6D}"/>
              </a:ext>
            </a:extLst>
          </p:cNvPr>
          <p:cNvSpPr txBox="1"/>
          <p:nvPr/>
        </p:nvSpPr>
        <p:spPr>
          <a:xfrm>
            <a:off x="5177151" y="2253395"/>
            <a:ext cx="1454950" cy="369332"/>
          </a:xfrm>
          <a:prstGeom prst="rect">
            <a:avLst/>
          </a:prstGeom>
          <a:noFill/>
        </p:spPr>
        <p:txBody>
          <a:bodyPr wrap="none" rtlCol="0">
            <a:spAutoFit/>
          </a:bodyPr>
          <a:lstStyle/>
          <a:p>
            <a:r>
              <a:rPr lang="en-US" dirty="0"/>
              <a:t>Training data</a:t>
            </a:r>
          </a:p>
        </p:txBody>
      </p:sp>
      <p:sp>
        <p:nvSpPr>
          <p:cNvPr id="4" name="TextBox 3">
            <a:extLst>
              <a:ext uri="{FF2B5EF4-FFF2-40B4-BE49-F238E27FC236}">
                <a16:creationId xmlns:a16="http://schemas.microsoft.com/office/drawing/2014/main" id="{BE46AEA0-7FCC-1A86-4D1B-6EFE6E446A06}"/>
              </a:ext>
            </a:extLst>
          </p:cNvPr>
          <p:cNvSpPr txBox="1"/>
          <p:nvPr/>
        </p:nvSpPr>
        <p:spPr>
          <a:xfrm>
            <a:off x="6983375" y="2600211"/>
            <a:ext cx="1124219" cy="369332"/>
          </a:xfrm>
          <a:prstGeom prst="rect">
            <a:avLst/>
          </a:prstGeom>
          <a:noFill/>
        </p:spPr>
        <p:txBody>
          <a:bodyPr wrap="none" rtlCol="0">
            <a:spAutoFit/>
          </a:bodyPr>
          <a:lstStyle/>
          <a:p>
            <a:r>
              <a:rPr lang="en-US" dirty="0"/>
              <a:t>0*1+0 = 0</a:t>
            </a:r>
          </a:p>
        </p:txBody>
      </p:sp>
      <p:sp>
        <p:nvSpPr>
          <p:cNvPr id="11" name="TextBox 10">
            <a:extLst>
              <a:ext uri="{FF2B5EF4-FFF2-40B4-BE49-F238E27FC236}">
                <a16:creationId xmlns:a16="http://schemas.microsoft.com/office/drawing/2014/main" id="{7B2B8D9D-36EF-6182-4207-B2A0325A8214}"/>
              </a:ext>
            </a:extLst>
          </p:cNvPr>
          <p:cNvSpPr txBox="1"/>
          <p:nvPr/>
        </p:nvSpPr>
        <p:spPr>
          <a:xfrm>
            <a:off x="8465270" y="2570344"/>
            <a:ext cx="1021690" cy="369332"/>
          </a:xfrm>
          <a:prstGeom prst="rect">
            <a:avLst/>
          </a:prstGeom>
          <a:noFill/>
        </p:spPr>
        <p:txBody>
          <a:bodyPr wrap="none" rtlCol="0">
            <a:spAutoFit/>
          </a:bodyPr>
          <a:lstStyle/>
          <a:p>
            <a:r>
              <a:rPr lang="en-US" dirty="0"/>
              <a:t>Error = 4</a:t>
            </a:r>
          </a:p>
        </p:txBody>
      </p:sp>
      <p:sp>
        <p:nvSpPr>
          <p:cNvPr id="12" name="TextBox 11">
            <a:extLst>
              <a:ext uri="{FF2B5EF4-FFF2-40B4-BE49-F238E27FC236}">
                <a16:creationId xmlns:a16="http://schemas.microsoft.com/office/drawing/2014/main" id="{95FFCE3A-CAA9-8CC7-C4D0-8BB688AE74B1}"/>
              </a:ext>
            </a:extLst>
          </p:cNvPr>
          <p:cNvSpPr txBox="1"/>
          <p:nvPr/>
        </p:nvSpPr>
        <p:spPr>
          <a:xfrm>
            <a:off x="6983375" y="2894434"/>
            <a:ext cx="1125629" cy="369332"/>
          </a:xfrm>
          <a:prstGeom prst="rect">
            <a:avLst/>
          </a:prstGeom>
          <a:noFill/>
        </p:spPr>
        <p:txBody>
          <a:bodyPr wrap="none" rtlCol="0">
            <a:spAutoFit/>
          </a:bodyPr>
          <a:lstStyle/>
          <a:p>
            <a:r>
              <a:rPr lang="en-US" dirty="0"/>
              <a:t>0*2+0 = 0</a:t>
            </a:r>
          </a:p>
        </p:txBody>
      </p:sp>
      <p:sp>
        <p:nvSpPr>
          <p:cNvPr id="13" name="TextBox 12">
            <a:extLst>
              <a:ext uri="{FF2B5EF4-FFF2-40B4-BE49-F238E27FC236}">
                <a16:creationId xmlns:a16="http://schemas.microsoft.com/office/drawing/2014/main" id="{4A294BCA-CD06-A7DD-2083-D81EA02210C2}"/>
              </a:ext>
            </a:extLst>
          </p:cNvPr>
          <p:cNvSpPr txBox="1"/>
          <p:nvPr/>
        </p:nvSpPr>
        <p:spPr>
          <a:xfrm>
            <a:off x="8465270" y="2940162"/>
            <a:ext cx="1021690" cy="369332"/>
          </a:xfrm>
          <a:prstGeom prst="rect">
            <a:avLst/>
          </a:prstGeom>
          <a:noFill/>
        </p:spPr>
        <p:txBody>
          <a:bodyPr wrap="none" rtlCol="0">
            <a:spAutoFit/>
          </a:bodyPr>
          <a:lstStyle/>
          <a:p>
            <a:r>
              <a:rPr lang="en-US" dirty="0"/>
              <a:t>Error = 7</a:t>
            </a:r>
          </a:p>
        </p:txBody>
      </p:sp>
      <p:sp>
        <p:nvSpPr>
          <p:cNvPr id="14" name="TextBox 13">
            <a:extLst>
              <a:ext uri="{FF2B5EF4-FFF2-40B4-BE49-F238E27FC236}">
                <a16:creationId xmlns:a16="http://schemas.microsoft.com/office/drawing/2014/main" id="{9CD07D89-83A3-3995-5F55-6CFA26F3F039}"/>
              </a:ext>
            </a:extLst>
          </p:cNvPr>
          <p:cNvSpPr txBox="1"/>
          <p:nvPr/>
        </p:nvSpPr>
        <p:spPr>
          <a:xfrm>
            <a:off x="6943921" y="3235016"/>
            <a:ext cx="1176925" cy="369332"/>
          </a:xfrm>
          <a:prstGeom prst="rect">
            <a:avLst/>
          </a:prstGeom>
          <a:noFill/>
        </p:spPr>
        <p:txBody>
          <a:bodyPr wrap="none" rtlCol="0">
            <a:spAutoFit/>
          </a:bodyPr>
          <a:lstStyle/>
          <a:p>
            <a:r>
              <a:rPr lang="en-US" dirty="0"/>
              <a:t>0*3+ 0 = 0</a:t>
            </a:r>
          </a:p>
        </p:txBody>
      </p:sp>
      <p:sp>
        <p:nvSpPr>
          <p:cNvPr id="15" name="TextBox 14">
            <a:extLst>
              <a:ext uri="{FF2B5EF4-FFF2-40B4-BE49-F238E27FC236}">
                <a16:creationId xmlns:a16="http://schemas.microsoft.com/office/drawing/2014/main" id="{BC46FD60-B3D3-AE6A-1BE4-594592D6DEE9}"/>
              </a:ext>
            </a:extLst>
          </p:cNvPr>
          <p:cNvSpPr txBox="1"/>
          <p:nvPr/>
        </p:nvSpPr>
        <p:spPr>
          <a:xfrm>
            <a:off x="8465270" y="3324234"/>
            <a:ext cx="1146724" cy="369332"/>
          </a:xfrm>
          <a:prstGeom prst="rect">
            <a:avLst/>
          </a:prstGeom>
          <a:noFill/>
        </p:spPr>
        <p:txBody>
          <a:bodyPr wrap="none" rtlCol="0">
            <a:spAutoFit/>
          </a:bodyPr>
          <a:lstStyle/>
          <a:p>
            <a:r>
              <a:rPr lang="en-US" dirty="0"/>
              <a:t>Error = 10</a:t>
            </a:r>
          </a:p>
        </p:txBody>
      </p:sp>
      <p:sp>
        <p:nvSpPr>
          <p:cNvPr id="17" name="TextBox 16">
            <a:extLst>
              <a:ext uri="{FF2B5EF4-FFF2-40B4-BE49-F238E27FC236}">
                <a16:creationId xmlns:a16="http://schemas.microsoft.com/office/drawing/2014/main" id="{61C7E1DB-C195-B86C-22B5-DCF15327DB01}"/>
              </a:ext>
            </a:extLst>
          </p:cNvPr>
          <p:cNvSpPr txBox="1"/>
          <p:nvPr/>
        </p:nvSpPr>
        <p:spPr>
          <a:xfrm>
            <a:off x="914400" y="4454413"/>
            <a:ext cx="1803699" cy="923330"/>
          </a:xfrm>
          <a:prstGeom prst="rect">
            <a:avLst/>
          </a:prstGeom>
          <a:noFill/>
        </p:spPr>
        <p:txBody>
          <a:bodyPr wrap="none" rtlCol="0">
            <a:spAutoFit/>
          </a:bodyPr>
          <a:lstStyle/>
          <a:p>
            <a:r>
              <a:rPr lang="en-US" dirty="0"/>
              <a:t>Is w=1 and b=0?</a:t>
            </a:r>
          </a:p>
          <a:p>
            <a:endParaRPr lang="en-US" dirty="0"/>
          </a:p>
          <a:p>
            <a:r>
              <a:rPr lang="en-US" dirty="0"/>
              <a:t>    Y = 1*x + 0</a:t>
            </a:r>
          </a:p>
        </p:txBody>
      </p:sp>
      <p:sp>
        <p:nvSpPr>
          <p:cNvPr id="19" name="TextBox 18">
            <a:extLst>
              <a:ext uri="{FF2B5EF4-FFF2-40B4-BE49-F238E27FC236}">
                <a16:creationId xmlns:a16="http://schemas.microsoft.com/office/drawing/2014/main" id="{0685D0D6-7D52-9858-BF67-26DE75098F44}"/>
              </a:ext>
            </a:extLst>
          </p:cNvPr>
          <p:cNvSpPr txBox="1"/>
          <p:nvPr/>
        </p:nvSpPr>
        <p:spPr>
          <a:xfrm>
            <a:off x="6943921" y="4162117"/>
            <a:ext cx="1125629" cy="369332"/>
          </a:xfrm>
          <a:prstGeom prst="rect">
            <a:avLst/>
          </a:prstGeom>
          <a:noFill/>
        </p:spPr>
        <p:txBody>
          <a:bodyPr wrap="none" rtlCol="0">
            <a:spAutoFit/>
          </a:bodyPr>
          <a:lstStyle/>
          <a:p>
            <a:r>
              <a:rPr lang="en-US" dirty="0"/>
              <a:t>1*1+0 = 1</a:t>
            </a:r>
          </a:p>
        </p:txBody>
      </p:sp>
      <p:sp>
        <p:nvSpPr>
          <p:cNvPr id="20" name="TextBox 19">
            <a:extLst>
              <a:ext uri="{FF2B5EF4-FFF2-40B4-BE49-F238E27FC236}">
                <a16:creationId xmlns:a16="http://schemas.microsoft.com/office/drawing/2014/main" id="{3E52310A-A4A5-A250-0FEE-B37E0673BCCD}"/>
              </a:ext>
            </a:extLst>
          </p:cNvPr>
          <p:cNvSpPr txBox="1"/>
          <p:nvPr/>
        </p:nvSpPr>
        <p:spPr>
          <a:xfrm>
            <a:off x="8425816" y="4132250"/>
            <a:ext cx="1021690" cy="369332"/>
          </a:xfrm>
          <a:prstGeom prst="rect">
            <a:avLst/>
          </a:prstGeom>
          <a:noFill/>
        </p:spPr>
        <p:txBody>
          <a:bodyPr wrap="none" rtlCol="0">
            <a:spAutoFit/>
          </a:bodyPr>
          <a:lstStyle/>
          <a:p>
            <a:r>
              <a:rPr lang="en-US" dirty="0"/>
              <a:t>Error = 3</a:t>
            </a:r>
          </a:p>
        </p:txBody>
      </p:sp>
      <p:sp>
        <p:nvSpPr>
          <p:cNvPr id="21" name="TextBox 20">
            <a:extLst>
              <a:ext uri="{FF2B5EF4-FFF2-40B4-BE49-F238E27FC236}">
                <a16:creationId xmlns:a16="http://schemas.microsoft.com/office/drawing/2014/main" id="{99596776-37E2-94EC-2969-75517EC9E96C}"/>
              </a:ext>
            </a:extLst>
          </p:cNvPr>
          <p:cNvSpPr txBox="1"/>
          <p:nvPr/>
        </p:nvSpPr>
        <p:spPr>
          <a:xfrm>
            <a:off x="6943921" y="4456340"/>
            <a:ext cx="1125629" cy="369332"/>
          </a:xfrm>
          <a:prstGeom prst="rect">
            <a:avLst/>
          </a:prstGeom>
          <a:noFill/>
        </p:spPr>
        <p:txBody>
          <a:bodyPr wrap="none" rtlCol="0">
            <a:spAutoFit/>
          </a:bodyPr>
          <a:lstStyle/>
          <a:p>
            <a:r>
              <a:rPr lang="en-US" dirty="0"/>
              <a:t>1*2+0 = 2</a:t>
            </a:r>
          </a:p>
        </p:txBody>
      </p:sp>
      <p:sp>
        <p:nvSpPr>
          <p:cNvPr id="22" name="TextBox 21">
            <a:extLst>
              <a:ext uri="{FF2B5EF4-FFF2-40B4-BE49-F238E27FC236}">
                <a16:creationId xmlns:a16="http://schemas.microsoft.com/office/drawing/2014/main" id="{B9D8A835-BEF0-B088-6485-2A8838A7D2FB}"/>
              </a:ext>
            </a:extLst>
          </p:cNvPr>
          <p:cNvSpPr txBox="1"/>
          <p:nvPr/>
        </p:nvSpPr>
        <p:spPr>
          <a:xfrm>
            <a:off x="8425816" y="4502068"/>
            <a:ext cx="1021690" cy="369332"/>
          </a:xfrm>
          <a:prstGeom prst="rect">
            <a:avLst/>
          </a:prstGeom>
          <a:noFill/>
        </p:spPr>
        <p:txBody>
          <a:bodyPr wrap="none" rtlCol="0">
            <a:spAutoFit/>
          </a:bodyPr>
          <a:lstStyle/>
          <a:p>
            <a:r>
              <a:rPr lang="en-US" dirty="0"/>
              <a:t>Error = 5</a:t>
            </a:r>
          </a:p>
        </p:txBody>
      </p:sp>
      <p:sp>
        <p:nvSpPr>
          <p:cNvPr id="23" name="TextBox 22">
            <a:extLst>
              <a:ext uri="{FF2B5EF4-FFF2-40B4-BE49-F238E27FC236}">
                <a16:creationId xmlns:a16="http://schemas.microsoft.com/office/drawing/2014/main" id="{3476BE34-76F4-432D-8446-52E50C1602E5}"/>
              </a:ext>
            </a:extLst>
          </p:cNvPr>
          <p:cNvSpPr txBox="1"/>
          <p:nvPr/>
        </p:nvSpPr>
        <p:spPr>
          <a:xfrm>
            <a:off x="6904467" y="4796922"/>
            <a:ext cx="1176925" cy="369332"/>
          </a:xfrm>
          <a:prstGeom prst="rect">
            <a:avLst/>
          </a:prstGeom>
          <a:noFill/>
        </p:spPr>
        <p:txBody>
          <a:bodyPr wrap="none" rtlCol="0">
            <a:spAutoFit/>
          </a:bodyPr>
          <a:lstStyle/>
          <a:p>
            <a:r>
              <a:rPr lang="en-US" dirty="0"/>
              <a:t>1*3+ 0 = 3</a:t>
            </a:r>
          </a:p>
        </p:txBody>
      </p:sp>
      <p:sp>
        <p:nvSpPr>
          <p:cNvPr id="24" name="TextBox 23">
            <a:extLst>
              <a:ext uri="{FF2B5EF4-FFF2-40B4-BE49-F238E27FC236}">
                <a16:creationId xmlns:a16="http://schemas.microsoft.com/office/drawing/2014/main" id="{A97403B3-FFBF-050C-FEFB-FB1B4D3D892E}"/>
              </a:ext>
            </a:extLst>
          </p:cNvPr>
          <p:cNvSpPr txBox="1"/>
          <p:nvPr/>
        </p:nvSpPr>
        <p:spPr>
          <a:xfrm>
            <a:off x="8425816" y="4886140"/>
            <a:ext cx="1021690" cy="369332"/>
          </a:xfrm>
          <a:prstGeom prst="rect">
            <a:avLst/>
          </a:prstGeom>
          <a:noFill/>
        </p:spPr>
        <p:txBody>
          <a:bodyPr wrap="none" rtlCol="0">
            <a:spAutoFit/>
          </a:bodyPr>
          <a:lstStyle/>
          <a:p>
            <a:r>
              <a:rPr lang="en-US" dirty="0"/>
              <a:t>Error = 7</a:t>
            </a:r>
          </a:p>
        </p:txBody>
      </p:sp>
      <p:sp>
        <p:nvSpPr>
          <p:cNvPr id="25" name="TextBox 24">
            <a:extLst>
              <a:ext uri="{FF2B5EF4-FFF2-40B4-BE49-F238E27FC236}">
                <a16:creationId xmlns:a16="http://schemas.microsoft.com/office/drawing/2014/main" id="{02EB4005-B35C-1A0D-7D21-F535AF91B487}"/>
              </a:ext>
            </a:extLst>
          </p:cNvPr>
          <p:cNvSpPr txBox="1"/>
          <p:nvPr/>
        </p:nvSpPr>
        <p:spPr>
          <a:xfrm>
            <a:off x="5675692" y="2622727"/>
            <a:ext cx="611065" cy="923330"/>
          </a:xfrm>
          <a:prstGeom prst="rect">
            <a:avLst/>
          </a:prstGeom>
          <a:noFill/>
        </p:spPr>
        <p:txBody>
          <a:bodyPr wrap="none" rtlCol="0">
            <a:spAutoFit/>
          </a:bodyPr>
          <a:lstStyle/>
          <a:p>
            <a:r>
              <a:rPr lang="en-US" dirty="0"/>
              <a:t>1 4</a:t>
            </a:r>
          </a:p>
          <a:p>
            <a:r>
              <a:rPr lang="en-US" dirty="0"/>
              <a:t>2 7</a:t>
            </a:r>
          </a:p>
          <a:p>
            <a:r>
              <a:rPr lang="en-US" dirty="0"/>
              <a:t>3 10</a:t>
            </a:r>
          </a:p>
        </p:txBody>
      </p:sp>
      <p:sp>
        <p:nvSpPr>
          <p:cNvPr id="26" name="TextBox 25">
            <a:extLst>
              <a:ext uri="{FF2B5EF4-FFF2-40B4-BE49-F238E27FC236}">
                <a16:creationId xmlns:a16="http://schemas.microsoft.com/office/drawing/2014/main" id="{0055E098-AA69-011D-0CEB-0FA81004B9DE}"/>
              </a:ext>
            </a:extLst>
          </p:cNvPr>
          <p:cNvSpPr txBox="1"/>
          <p:nvPr/>
        </p:nvSpPr>
        <p:spPr>
          <a:xfrm>
            <a:off x="5675691" y="4225069"/>
            <a:ext cx="611065" cy="923330"/>
          </a:xfrm>
          <a:prstGeom prst="rect">
            <a:avLst/>
          </a:prstGeom>
          <a:noFill/>
        </p:spPr>
        <p:txBody>
          <a:bodyPr wrap="none" rtlCol="0">
            <a:spAutoFit/>
          </a:bodyPr>
          <a:lstStyle/>
          <a:p>
            <a:r>
              <a:rPr lang="en-US" dirty="0"/>
              <a:t>1 4</a:t>
            </a:r>
          </a:p>
          <a:p>
            <a:r>
              <a:rPr lang="en-US" dirty="0"/>
              <a:t>2 7</a:t>
            </a:r>
          </a:p>
          <a:p>
            <a:r>
              <a:rPr lang="en-US" dirty="0"/>
              <a:t>3 10</a:t>
            </a:r>
          </a:p>
        </p:txBody>
      </p:sp>
      <p:sp>
        <p:nvSpPr>
          <p:cNvPr id="8" name="TextBox 7">
            <a:extLst>
              <a:ext uri="{FF2B5EF4-FFF2-40B4-BE49-F238E27FC236}">
                <a16:creationId xmlns:a16="http://schemas.microsoft.com/office/drawing/2014/main" id="{25F53429-C9A3-3885-A20B-BD7BD8D1D8EC}"/>
              </a:ext>
            </a:extLst>
          </p:cNvPr>
          <p:cNvSpPr txBox="1"/>
          <p:nvPr/>
        </p:nvSpPr>
        <p:spPr>
          <a:xfrm>
            <a:off x="794327" y="2198255"/>
            <a:ext cx="1765996" cy="369332"/>
          </a:xfrm>
          <a:prstGeom prst="rect">
            <a:avLst/>
          </a:prstGeom>
          <a:noFill/>
        </p:spPr>
        <p:txBody>
          <a:bodyPr wrap="none" rtlCol="0">
            <a:spAutoFit/>
          </a:bodyPr>
          <a:lstStyle/>
          <a:p>
            <a:r>
              <a:rPr lang="en-US" dirty="0"/>
              <a:t>Computer says:</a:t>
            </a:r>
          </a:p>
        </p:txBody>
      </p:sp>
    </p:spTree>
    <p:extLst>
      <p:ext uri="{BB962C8B-B14F-4D97-AF65-F5344CB8AC3E}">
        <p14:creationId xmlns:p14="http://schemas.microsoft.com/office/powerpoint/2010/main" val="3464904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64CC0-8652-C142-79C8-9EC77986E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53CA9-9E0E-D00A-0988-AE62EB1ABB73}"/>
              </a:ext>
            </a:extLst>
          </p:cNvPr>
          <p:cNvSpPr>
            <a:spLocks noGrp="1"/>
          </p:cNvSpPr>
          <p:nvPr>
            <p:ph type="title"/>
          </p:nvPr>
        </p:nvSpPr>
        <p:spPr/>
        <p:txBody>
          <a:bodyPr/>
          <a:lstStyle/>
          <a:p>
            <a:r>
              <a:rPr lang="en-US" dirty="0"/>
              <a:t>Training Process</a:t>
            </a:r>
          </a:p>
        </p:txBody>
      </p:sp>
      <p:sp>
        <p:nvSpPr>
          <p:cNvPr id="5" name="Google Shape;149;p4">
            <a:extLst>
              <a:ext uri="{FF2B5EF4-FFF2-40B4-BE49-F238E27FC236}">
                <a16:creationId xmlns:a16="http://schemas.microsoft.com/office/drawing/2014/main" id="{181B0615-D8DF-5714-03DE-EDE3AA63C06E}"/>
              </a:ext>
            </a:extLst>
          </p:cNvPr>
          <p:cNvSpPr txBox="1">
            <a:spLocks/>
          </p:cNvSpPr>
          <p:nvPr/>
        </p:nvSpPr>
        <p:spPr>
          <a:xfrm>
            <a:off x="733168" y="2600211"/>
            <a:ext cx="4234758" cy="1049235"/>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ts val="2000"/>
            </a:pPr>
            <a:r>
              <a:rPr lang="en-US" dirty="0"/>
              <a:t>Is W=1 and b =1?</a:t>
            </a:r>
          </a:p>
          <a:p>
            <a:pPr marL="0" indent="0">
              <a:lnSpc>
                <a:spcPct val="120000"/>
              </a:lnSpc>
              <a:spcBef>
                <a:spcPts val="0"/>
              </a:spcBef>
              <a:buSzPts val="2000"/>
              <a:buNone/>
            </a:pPr>
            <a:endParaRPr lang="en-US" dirty="0"/>
          </a:p>
          <a:p>
            <a:pPr marL="0" indent="0">
              <a:lnSpc>
                <a:spcPct val="120000"/>
              </a:lnSpc>
              <a:spcBef>
                <a:spcPts val="0"/>
              </a:spcBef>
              <a:buSzPts val="2000"/>
              <a:buNone/>
            </a:pPr>
            <a:r>
              <a:rPr lang="en-US" dirty="0"/>
              <a:t>       Y = 1*x + 1 </a:t>
            </a:r>
          </a:p>
          <a:p>
            <a:pPr>
              <a:lnSpc>
                <a:spcPct val="120000"/>
              </a:lnSpc>
              <a:spcBef>
                <a:spcPts val="0"/>
              </a:spcBef>
              <a:buSzPts val="2000"/>
            </a:pPr>
            <a:endParaRPr lang="en-US" dirty="0"/>
          </a:p>
          <a:p>
            <a:pPr indent="-101600">
              <a:lnSpc>
                <a:spcPct val="120000"/>
              </a:lnSpc>
              <a:buSzPts val="2000"/>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ACADEDE5-6BFE-2BD0-579E-2209CC85D925}"/>
              </a:ext>
            </a:extLst>
          </p:cNvPr>
          <p:cNvSpPr txBox="1"/>
          <p:nvPr/>
        </p:nvSpPr>
        <p:spPr>
          <a:xfrm>
            <a:off x="6344976" y="1551396"/>
            <a:ext cx="2374817" cy="646331"/>
          </a:xfrm>
          <a:prstGeom prst="rect">
            <a:avLst/>
          </a:prstGeom>
          <a:noFill/>
        </p:spPr>
        <p:txBody>
          <a:bodyPr wrap="none" rtlCol="0">
            <a:spAutoFit/>
          </a:bodyPr>
          <a:lstStyle/>
          <a:p>
            <a:r>
              <a:rPr lang="en-US" dirty="0"/>
              <a:t>Y = number of apples</a:t>
            </a:r>
          </a:p>
          <a:p>
            <a:r>
              <a:rPr lang="en-US" dirty="0"/>
              <a:t>X = number of banana</a:t>
            </a:r>
          </a:p>
        </p:txBody>
      </p:sp>
      <p:sp>
        <p:nvSpPr>
          <p:cNvPr id="7" name="TextBox 6">
            <a:extLst>
              <a:ext uri="{FF2B5EF4-FFF2-40B4-BE49-F238E27FC236}">
                <a16:creationId xmlns:a16="http://schemas.microsoft.com/office/drawing/2014/main" id="{1344006B-FBFF-77D8-968B-FD545B9E5D13}"/>
              </a:ext>
            </a:extLst>
          </p:cNvPr>
          <p:cNvSpPr txBox="1"/>
          <p:nvPr/>
        </p:nvSpPr>
        <p:spPr>
          <a:xfrm>
            <a:off x="9585919" y="1643729"/>
            <a:ext cx="1266693" cy="369332"/>
          </a:xfrm>
          <a:prstGeom prst="rect">
            <a:avLst/>
          </a:prstGeom>
          <a:noFill/>
        </p:spPr>
        <p:txBody>
          <a:bodyPr wrap="none" rtlCol="0">
            <a:spAutoFit/>
          </a:bodyPr>
          <a:lstStyle/>
          <a:p>
            <a:r>
              <a:rPr lang="en-US" dirty="0"/>
              <a:t>Y= W*X + b</a:t>
            </a:r>
          </a:p>
        </p:txBody>
      </p:sp>
      <p:sp>
        <p:nvSpPr>
          <p:cNvPr id="9" name="TextBox 8">
            <a:extLst>
              <a:ext uri="{FF2B5EF4-FFF2-40B4-BE49-F238E27FC236}">
                <a16:creationId xmlns:a16="http://schemas.microsoft.com/office/drawing/2014/main" id="{2FC43AAA-5A13-7910-58FF-6DE66515B112}"/>
              </a:ext>
            </a:extLst>
          </p:cNvPr>
          <p:cNvSpPr txBox="1"/>
          <p:nvPr/>
        </p:nvSpPr>
        <p:spPr>
          <a:xfrm>
            <a:off x="9585919" y="2013061"/>
            <a:ext cx="872098" cy="369332"/>
          </a:xfrm>
          <a:prstGeom prst="rect">
            <a:avLst/>
          </a:prstGeom>
          <a:noFill/>
        </p:spPr>
        <p:txBody>
          <a:bodyPr wrap="none" rtlCol="0">
            <a:spAutoFit/>
          </a:bodyPr>
          <a:lstStyle/>
          <a:p>
            <a:r>
              <a:rPr lang="en-US" dirty="0"/>
              <a:t>Find W</a:t>
            </a:r>
          </a:p>
        </p:txBody>
      </p:sp>
      <p:sp>
        <p:nvSpPr>
          <p:cNvPr id="3" name="TextBox 2">
            <a:extLst>
              <a:ext uri="{FF2B5EF4-FFF2-40B4-BE49-F238E27FC236}">
                <a16:creationId xmlns:a16="http://schemas.microsoft.com/office/drawing/2014/main" id="{63B45EE1-345E-A6B3-EF38-73F57E51010D}"/>
              </a:ext>
            </a:extLst>
          </p:cNvPr>
          <p:cNvSpPr txBox="1"/>
          <p:nvPr/>
        </p:nvSpPr>
        <p:spPr>
          <a:xfrm>
            <a:off x="5177151" y="2253395"/>
            <a:ext cx="1454950" cy="369332"/>
          </a:xfrm>
          <a:prstGeom prst="rect">
            <a:avLst/>
          </a:prstGeom>
          <a:noFill/>
        </p:spPr>
        <p:txBody>
          <a:bodyPr wrap="none" rtlCol="0">
            <a:spAutoFit/>
          </a:bodyPr>
          <a:lstStyle/>
          <a:p>
            <a:r>
              <a:rPr lang="en-US" dirty="0"/>
              <a:t>Training data</a:t>
            </a:r>
          </a:p>
        </p:txBody>
      </p:sp>
      <p:sp>
        <p:nvSpPr>
          <p:cNvPr id="17" name="TextBox 16">
            <a:extLst>
              <a:ext uri="{FF2B5EF4-FFF2-40B4-BE49-F238E27FC236}">
                <a16:creationId xmlns:a16="http://schemas.microsoft.com/office/drawing/2014/main" id="{06C91D0C-0ADE-E201-D853-D71F2419438A}"/>
              </a:ext>
            </a:extLst>
          </p:cNvPr>
          <p:cNvSpPr txBox="1"/>
          <p:nvPr/>
        </p:nvSpPr>
        <p:spPr>
          <a:xfrm>
            <a:off x="914400" y="4454413"/>
            <a:ext cx="1803699" cy="923330"/>
          </a:xfrm>
          <a:prstGeom prst="rect">
            <a:avLst/>
          </a:prstGeom>
          <a:noFill/>
        </p:spPr>
        <p:txBody>
          <a:bodyPr wrap="none" rtlCol="0">
            <a:spAutoFit/>
          </a:bodyPr>
          <a:lstStyle/>
          <a:p>
            <a:r>
              <a:rPr lang="en-US" dirty="0"/>
              <a:t>Is w=2 and b=1?</a:t>
            </a:r>
          </a:p>
          <a:p>
            <a:endParaRPr lang="en-US" dirty="0"/>
          </a:p>
          <a:p>
            <a:r>
              <a:rPr lang="en-US" dirty="0"/>
              <a:t>Y = 2*x + 1</a:t>
            </a:r>
          </a:p>
        </p:txBody>
      </p:sp>
      <p:sp>
        <p:nvSpPr>
          <p:cNvPr id="25" name="TextBox 24">
            <a:extLst>
              <a:ext uri="{FF2B5EF4-FFF2-40B4-BE49-F238E27FC236}">
                <a16:creationId xmlns:a16="http://schemas.microsoft.com/office/drawing/2014/main" id="{0E3C958C-CAFB-FA42-873F-B7C772857E36}"/>
              </a:ext>
            </a:extLst>
          </p:cNvPr>
          <p:cNvSpPr txBox="1"/>
          <p:nvPr/>
        </p:nvSpPr>
        <p:spPr>
          <a:xfrm>
            <a:off x="5675692" y="2622727"/>
            <a:ext cx="611065" cy="923330"/>
          </a:xfrm>
          <a:prstGeom prst="rect">
            <a:avLst/>
          </a:prstGeom>
          <a:noFill/>
        </p:spPr>
        <p:txBody>
          <a:bodyPr wrap="none" rtlCol="0">
            <a:spAutoFit/>
          </a:bodyPr>
          <a:lstStyle/>
          <a:p>
            <a:r>
              <a:rPr lang="en-US" dirty="0"/>
              <a:t>1 4</a:t>
            </a:r>
          </a:p>
          <a:p>
            <a:r>
              <a:rPr lang="en-US" dirty="0"/>
              <a:t>2 7</a:t>
            </a:r>
          </a:p>
          <a:p>
            <a:r>
              <a:rPr lang="en-US" dirty="0"/>
              <a:t>3 10</a:t>
            </a:r>
          </a:p>
        </p:txBody>
      </p:sp>
      <p:sp>
        <p:nvSpPr>
          <p:cNvPr id="26" name="TextBox 25">
            <a:extLst>
              <a:ext uri="{FF2B5EF4-FFF2-40B4-BE49-F238E27FC236}">
                <a16:creationId xmlns:a16="http://schemas.microsoft.com/office/drawing/2014/main" id="{B02C6315-7D68-10FB-4B30-AA9A3754E942}"/>
              </a:ext>
            </a:extLst>
          </p:cNvPr>
          <p:cNvSpPr txBox="1"/>
          <p:nvPr/>
        </p:nvSpPr>
        <p:spPr>
          <a:xfrm>
            <a:off x="5675691" y="4117996"/>
            <a:ext cx="611065" cy="923330"/>
          </a:xfrm>
          <a:prstGeom prst="rect">
            <a:avLst/>
          </a:prstGeom>
          <a:noFill/>
        </p:spPr>
        <p:txBody>
          <a:bodyPr wrap="none" rtlCol="0">
            <a:spAutoFit/>
          </a:bodyPr>
          <a:lstStyle/>
          <a:p>
            <a:r>
              <a:rPr lang="en-US" dirty="0"/>
              <a:t>1 4</a:t>
            </a:r>
          </a:p>
          <a:p>
            <a:r>
              <a:rPr lang="en-US" dirty="0"/>
              <a:t>2 7</a:t>
            </a:r>
          </a:p>
          <a:p>
            <a:r>
              <a:rPr lang="en-US" dirty="0"/>
              <a:t>3 10</a:t>
            </a:r>
          </a:p>
        </p:txBody>
      </p:sp>
      <p:sp>
        <p:nvSpPr>
          <p:cNvPr id="8" name="TextBox 7">
            <a:extLst>
              <a:ext uri="{FF2B5EF4-FFF2-40B4-BE49-F238E27FC236}">
                <a16:creationId xmlns:a16="http://schemas.microsoft.com/office/drawing/2014/main" id="{B0043431-3981-DF7F-612E-C8B1F72A714E}"/>
              </a:ext>
            </a:extLst>
          </p:cNvPr>
          <p:cNvSpPr txBox="1"/>
          <p:nvPr/>
        </p:nvSpPr>
        <p:spPr>
          <a:xfrm>
            <a:off x="6887124" y="2577839"/>
            <a:ext cx="1125629" cy="369332"/>
          </a:xfrm>
          <a:prstGeom prst="rect">
            <a:avLst/>
          </a:prstGeom>
          <a:noFill/>
        </p:spPr>
        <p:txBody>
          <a:bodyPr wrap="none" rtlCol="0">
            <a:spAutoFit/>
          </a:bodyPr>
          <a:lstStyle/>
          <a:p>
            <a:r>
              <a:rPr lang="en-US" dirty="0"/>
              <a:t>1*1+1 = 2</a:t>
            </a:r>
          </a:p>
        </p:txBody>
      </p:sp>
      <p:sp>
        <p:nvSpPr>
          <p:cNvPr id="10" name="TextBox 9">
            <a:extLst>
              <a:ext uri="{FF2B5EF4-FFF2-40B4-BE49-F238E27FC236}">
                <a16:creationId xmlns:a16="http://schemas.microsoft.com/office/drawing/2014/main" id="{7EF46B4C-81FA-359F-47B9-6FADCFFE6883}"/>
              </a:ext>
            </a:extLst>
          </p:cNvPr>
          <p:cNvSpPr txBox="1"/>
          <p:nvPr/>
        </p:nvSpPr>
        <p:spPr>
          <a:xfrm>
            <a:off x="8369019" y="2547972"/>
            <a:ext cx="1021690" cy="369332"/>
          </a:xfrm>
          <a:prstGeom prst="rect">
            <a:avLst/>
          </a:prstGeom>
          <a:noFill/>
        </p:spPr>
        <p:txBody>
          <a:bodyPr wrap="none" rtlCol="0">
            <a:spAutoFit/>
          </a:bodyPr>
          <a:lstStyle/>
          <a:p>
            <a:r>
              <a:rPr lang="en-US" dirty="0"/>
              <a:t>Error = 2</a:t>
            </a:r>
          </a:p>
        </p:txBody>
      </p:sp>
      <p:sp>
        <p:nvSpPr>
          <p:cNvPr id="16" name="TextBox 15">
            <a:extLst>
              <a:ext uri="{FF2B5EF4-FFF2-40B4-BE49-F238E27FC236}">
                <a16:creationId xmlns:a16="http://schemas.microsoft.com/office/drawing/2014/main" id="{28072901-A915-CD46-1371-B3F7D1020F6B}"/>
              </a:ext>
            </a:extLst>
          </p:cNvPr>
          <p:cNvSpPr txBox="1"/>
          <p:nvPr/>
        </p:nvSpPr>
        <p:spPr>
          <a:xfrm>
            <a:off x="6887124" y="2872062"/>
            <a:ext cx="1125629" cy="369332"/>
          </a:xfrm>
          <a:prstGeom prst="rect">
            <a:avLst/>
          </a:prstGeom>
          <a:noFill/>
        </p:spPr>
        <p:txBody>
          <a:bodyPr wrap="none" rtlCol="0">
            <a:spAutoFit/>
          </a:bodyPr>
          <a:lstStyle/>
          <a:p>
            <a:r>
              <a:rPr lang="en-US" dirty="0"/>
              <a:t>1*2+1 = 3</a:t>
            </a:r>
          </a:p>
        </p:txBody>
      </p:sp>
      <p:sp>
        <p:nvSpPr>
          <p:cNvPr id="18" name="TextBox 17">
            <a:extLst>
              <a:ext uri="{FF2B5EF4-FFF2-40B4-BE49-F238E27FC236}">
                <a16:creationId xmlns:a16="http://schemas.microsoft.com/office/drawing/2014/main" id="{A2117CFF-CC25-90CF-567A-E9409EF863DD}"/>
              </a:ext>
            </a:extLst>
          </p:cNvPr>
          <p:cNvSpPr txBox="1"/>
          <p:nvPr/>
        </p:nvSpPr>
        <p:spPr>
          <a:xfrm>
            <a:off x="8369019" y="2917790"/>
            <a:ext cx="1021690" cy="369332"/>
          </a:xfrm>
          <a:prstGeom prst="rect">
            <a:avLst/>
          </a:prstGeom>
          <a:noFill/>
        </p:spPr>
        <p:txBody>
          <a:bodyPr wrap="none" rtlCol="0">
            <a:spAutoFit/>
          </a:bodyPr>
          <a:lstStyle/>
          <a:p>
            <a:r>
              <a:rPr lang="en-US" dirty="0"/>
              <a:t>Error = 4</a:t>
            </a:r>
          </a:p>
        </p:txBody>
      </p:sp>
      <p:sp>
        <p:nvSpPr>
          <p:cNvPr id="27" name="TextBox 26">
            <a:extLst>
              <a:ext uri="{FF2B5EF4-FFF2-40B4-BE49-F238E27FC236}">
                <a16:creationId xmlns:a16="http://schemas.microsoft.com/office/drawing/2014/main" id="{63496C62-512B-2577-08F7-3F1E2B02AFD5}"/>
              </a:ext>
            </a:extLst>
          </p:cNvPr>
          <p:cNvSpPr txBox="1"/>
          <p:nvPr/>
        </p:nvSpPr>
        <p:spPr>
          <a:xfrm>
            <a:off x="6847670" y="3212644"/>
            <a:ext cx="1176925" cy="369332"/>
          </a:xfrm>
          <a:prstGeom prst="rect">
            <a:avLst/>
          </a:prstGeom>
          <a:noFill/>
        </p:spPr>
        <p:txBody>
          <a:bodyPr wrap="none" rtlCol="0">
            <a:spAutoFit/>
          </a:bodyPr>
          <a:lstStyle/>
          <a:p>
            <a:r>
              <a:rPr lang="en-US" dirty="0"/>
              <a:t>1*3+ 1 = 4</a:t>
            </a:r>
          </a:p>
        </p:txBody>
      </p:sp>
      <p:sp>
        <p:nvSpPr>
          <p:cNvPr id="28" name="TextBox 27">
            <a:extLst>
              <a:ext uri="{FF2B5EF4-FFF2-40B4-BE49-F238E27FC236}">
                <a16:creationId xmlns:a16="http://schemas.microsoft.com/office/drawing/2014/main" id="{08DD02DD-34B9-E03E-5B25-2979ED94CE2E}"/>
              </a:ext>
            </a:extLst>
          </p:cNvPr>
          <p:cNvSpPr txBox="1"/>
          <p:nvPr/>
        </p:nvSpPr>
        <p:spPr>
          <a:xfrm>
            <a:off x="8369019" y="3301862"/>
            <a:ext cx="1021690" cy="369332"/>
          </a:xfrm>
          <a:prstGeom prst="rect">
            <a:avLst/>
          </a:prstGeom>
          <a:noFill/>
        </p:spPr>
        <p:txBody>
          <a:bodyPr wrap="none" rtlCol="0">
            <a:spAutoFit/>
          </a:bodyPr>
          <a:lstStyle/>
          <a:p>
            <a:r>
              <a:rPr lang="en-US" dirty="0"/>
              <a:t>Error = 6</a:t>
            </a:r>
          </a:p>
        </p:txBody>
      </p:sp>
      <p:sp>
        <p:nvSpPr>
          <p:cNvPr id="29" name="TextBox 28">
            <a:extLst>
              <a:ext uri="{FF2B5EF4-FFF2-40B4-BE49-F238E27FC236}">
                <a16:creationId xmlns:a16="http://schemas.microsoft.com/office/drawing/2014/main" id="{16958BC4-F02D-4E93-3743-D8FB74ECDA86}"/>
              </a:ext>
            </a:extLst>
          </p:cNvPr>
          <p:cNvSpPr txBox="1"/>
          <p:nvPr/>
        </p:nvSpPr>
        <p:spPr>
          <a:xfrm>
            <a:off x="6887124" y="4055044"/>
            <a:ext cx="1125629" cy="369332"/>
          </a:xfrm>
          <a:prstGeom prst="rect">
            <a:avLst/>
          </a:prstGeom>
          <a:noFill/>
        </p:spPr>
        <p:txBody>
          <a:bodyPr wrap="none" rtlCol="0">
            <a:spAutoFit/>
          </a:bodyPr>
          <a:lstStyle/>
          <a:p>
            <a:r>
              <a:rPr lang="en-US" dirty="0"/>
              <a:t>2*1+1 = 3</a:t>
            </a:r>
          </a:p>
        </p:txBody>
      </p:sp>
      <p:sp>
        <p:nvSpPr>
          <p:cNvPr id="30" name="TextBox 29">
            <a:extLst>
              <a:ext uri="{FF2B5EF4-FFF2-40B4-BE49-F238E27FC236}">
                <a16:creationId xmlns:a16="http://schemas.microsoft.com/office/drawing/2014/main" id="{C57888DB-B38E-63DD-1016-1A2D7430FD36}"/>
              </a:ext>
            </a:extLst>
          </p:cNvPr>
          <p:cNvSpPr txBox="1"/>
          <p:nvPr/>
        </p:nvSpPr>
        <p:spPr>
          <a:xfrm>
            <a:off x="8369019" y="4025177"/>
            <a:ext cx="1021690" cy="369332"/>
          </a:xfrm>
          <a:prstGeom prst="rect">
            <a:avLst/>
          </a:prstGeom>
          <a:noFill/>
        </p:spPr>
        <p:txBody>
          <a:bodyPr wrap="none" rtlCol="0">
            <a:spAutoFit/>
          </a:bodyPr>
          <a:lstStyle/>
          <a:p>
            <a:r>
              <a:rPr lang="en-US" dirty="0"/>
              <a:t>Error = 1</a:t>
            </a:r>
          </a:p>
        </p:txBody>
      </p:sp>
      <p:sp>
        <p:nvSpPr>
          <p:cNvPr id="31" name="TextBox 30">
            <a:extLst>
              <a:ext uri="{FF2B5EF4-FFF2-40B4-BE49-F238E27FC236}">
                <a16:creationId xmlns:a16="http://schemas.microsoft.com/office/drawing/2014/main" id="{86CF1CDD-60DA-72DE-3E4E-6234EE1220A0}"/>
              </a:ext>
            </a:extLst>
          </p:cNvPr>
          <p:cNvSpPr txBox="1"/>
          <p:nvPr/>
        </p:nvSpPr>
        <p:spPr>
          <a:xfrm>
            <a:off x="6887124" y="4349267"/>
            <a:ext cx="1125629" cy="369332"/>
          </a:xfrm>
          <a:prstGeom prst="rect">
            <a:avLst/>
          </a:prstGeom>
          <a:noFill/>
        </p:spPr>
        <p:txBody>
          <a:bodyPr wrap="none" rtlCol="0">
            <a:spAutoFit/>
          </a:bodyPr>
          <a:lstStyle/>
          <a:p>
            <a:r>
              <a:rPr lang="en-US" dirty="0"/>
              <a:t>2*2+1 = 5</a:t>
            </a:r>
          </a:p>
        </p:txBody>
      </p:sp>
      <p:sp>
        <p:nvSpPr>
          <p:cNvPr id="32" name="TextBox 31">
            <a:extLst>
              <a:ext uri="{FF2B5EF4-FFF2-40B4-BE49-F238E27FC236}">
                <a16:creationId xmlns:a16="http://schemas.microsoft.com/office/drawing/2014/main" id="{2B4B9332-672A-4942-B78F-EECBA3CF0142}"/>
              </a:ext>
            </a:extLst>
          </p:cNvPr>
          <p:cNvSpPr txBox="1"/>
          <p:nvPr/>
        </p:nvSpPr>
        <p:spPr>
          <a:xfrm>
            <a:off x="8369019" y="4394995"/>
            <a:ext cx="1021690" cy="369332"/>
          </a:xfrm>
          <a:prstGeom prst="rect">
            <a:avLst/>
          </a:prstGeom>
          <a:noFill/>
        </p:spPr>
        <p:txBody>
          <a:bodyPr wrap="none" rtlCol="0">
            <a:spAutoFit/>
          </a:bodyPr>
          <a:lstStyle/>
          <a:p>
            <a:r>
              <a:rPr lang="en-US" dirty="0"/>
              <a:t>Error = 2</a:t>
            </a:r>
          </a:p>
        </p:txBody>
      </p:sp>
      <p:sp>
        <p:nvSpPr>
          <p:cNvPr id="33" name="TextBox 32">
            <a:extLst>
              <a:ext uri="{FF2B5EF4-FFF2-40B4-BE49-F238E27FC236}">
                <a16:creationId xmlns:a16="http://schemas.microsoft.com/office/drawing/2014/main" id="{F9D04AE4-D9C2-3200-D9B2-695407B490C3}"/>
              </a:ext>
            </a:extLst>
          </p:cNvPr>
          <p:cNvSpPr txBox="1"/>
          <p:nvPr/>
        </p:nvSpPr>
        <p:spPr>
          <a:xfrm>
            <a:off x="6847670" y="4689849"/>
            <a:ext cx="1176925" cy="369332"/>
          </a:xfrm>
          <a:prstGeom prst="rect">
            <a:avLst/>
          </a:prstGeom>
          <a:noFill/>
        </p:spPr>
        <p:txBody>
          <a:bodyPr wrap="none" rtlCol="0">
            <a:spAutoFit/>
          </a:bodyPr>
          <a:lstStyle/>
          <a:p>
            <a:r>
              <a:rPr lang="en-US" dirty="0"/>
              <a:t>2*3+ 1 = 7</a:t>
            </a:r>
          </a:p>
        </p:txBody>
      </p:sp>
      <p:sp>
        <p:nvSpPr>
          <p:cNvPr id="34" name="TextBox 33">
            <a:extLst>
              <a:ext uri="{FF2B5EF4-FFF2-40B4-BE49-F238E27FC236}">
                <a16:creationId xmlns:a16="http://schemas.microsoft.com/office/drawing/2014/main" id="{DE40A5B4-09E6-3181-20F2-5535E3828AA8}"/>
              </a:ext>
            </a:extLst>
          </p:cNvPr>
          <p:cNvSpPr txBox="1"/>
          <p:nvPr/>
        </p:nvSpPr>
        <p:spPr>
          <a:xfrm>
            <a:off x="8369019" y="4779067"/>
            <a:ext cx="1021690" cy="369332"/>
          </a:xfrm>
          <a:prstGeom prst="rect">
            <a:avLst/>
          </a:prstGeom>
          <a:noFill/>
        </p:spPr>
        <p:txBody>
          <a:bodyPr wrap="none" rtlCol="0">
            <a:spAutoFit/>
          </a:bodyPr>
          <a:lstStyle/>
          <a:p>
            <a:r>
              <a:rPr lang="en-US" dirty="0"/>
              <a:t>Error = 4</a:t>
            </a:r>
          </a:p>
        </p:txBody>
      </p:sp>
    </p:spTree>
    <p:extLst>
      <p:ext uri="{BB962C8B-B14F-4D97-AF65-F5344CB8AC3E}">
        <p14:creationId xmlns:p14="http://schemas.microsoft.com/office/powerpoint/2010/main" val="3750346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3FAB-D3D5-73DA-91C2-66BC98D10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5D47B-FBC7-EB11-5DF9-3F5526E65765}"/>
              </a:ext>
            </a:extLst>
          </p:cNvPr>
          <p:cNvSpPr>
            <a:spLocks noGrp="1"/>
          </p:cNvSpPr>
          <p:nvPr>
            <p:ph type="title"/>
          </p:nvPr>
        </p:nvSpPr>
        <p:spPr/>
        <p:txBody>
          <a:bodyPr/>
          <a:lstStyle/>
          <a:p>
            <a:r>
              <a:rPr lang="en-US" dirty="0"/>
              <a:t>Training Process</a:t>
            </a:r>
          </a:p>
        </p:txBody>
      </p:sp>
      <p:sp>
        <p:nvSpPr>
          <p:cNvPr id="5" name="Google Shape;149;p4">
            <a:extLst>
              <a:ext uri="{FF2B5EF4-FFF2-40B4-BE49-F238E27FC236}">
                <a16:creationId xmlns:a16="http://schemas.microsoft.com/office/drawing/2014/main" id="{00A33141-D31D-0D9E-E841-606AD6A4F330}"/>
              </a:ext>
            </a:extLst>
          </p:cNvPr>
          <p:cNvSpPr txBox="1">
            <a:spLocks/>
          </p:cNvSpPr>
          <p:nvPr/>
        </p:nvSpPr>
        <p:spPr>
          <a:xfrm>
            <a:off x="733168" y="2600211"/>
            <a:ext cx="4234758" cy="1049235"/>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ts val="2000"/>
            </a:pPr>
            <a:r>
              <a:rPr lang="en-US" dirty="0"/>
              <a:t>Is W=2 and b =2?</a:t>
            </a:r>
          </a:p>
          <a:p>
            <a:pPr marL="0" indent="0">
              <a:lnSpc>
                <a:spcPct val="120000"/>
              </a:lnSpc>
              <a:spcBef>
                <a:spcPts val="0"/>
              </a:spcBef>
              <a:buSzPts val="2000"/>
              <a:buNone/>
            </a:pPr>
            <a:endParaRPr lang="en-US" dirty="0"/>
          </a:p>
          <a:p>
            <a:pPr marL="0" indent="0">
              <a:lnSpc>
                <a:spcPct val="120000"/>
              </a:lnSpc>
              <a:spcBef>
                <a:spcPts val="0"/>
              </a:spcBef>
              <a:buSzPts val="2000"/>
              <a:buNone/>
            </a:pPr>
            <a:r>
              <a:rPr lang="en-US" dirty="0"/>
              <a:t>        Y = 2*x + 2 </a:t>
            </a:r>
          </a:p>
          <a:p>
            <a:pPr>
              <a:lnSpc>
                <a:spcPct val="120000"/>
              </a:lnSpc>
              <a:spcBef>
                <a:spcPts val="0"/>
              </a:spcBef>
              <a:buSzPts val="2000"/>
            </a:pPr>
            <a:endParaRPr lang="en-US" dirty="0"/>
          </a:p>
          <a:p>
            <a:pPr indent="-101600">
              <a:lnSpc>
                <a:spcPct val="120000"/>
              </a:lnSpc>
              <a:buSzPts val="2000"/>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A0CD53F6-BA4F-8011-C0B0-BA9C4FEFF40D}"/>
              </a:ext>
            </a:extLst>
          </p:cNvPr>
          <p:cNvSpPr txBox="1"/>
          <p:nvPr/>
        </p:nvSpPr>
        <p:spPr>
          <a:xfrm>
            <a:off x="6282345" y="1036726"/>
            <a:ext cx="2374817" cy="646331"/>
          </a:xfrm>
          <a:prstGeom prst="rect">
            <a:avLst/>
          </a:prstGeom>
          <a:noFill/>
        </p:spPr>
        <p:txBody>
          <a:bodyPr wrap="none" rtlCol="0">
            <a:spAutoFit/>
          </a:bodyPr>
          <a:lstStyle/>
          <a:p>
            <a:r>
              <a:rPr lang="en-US" dirty="0"/>
              <a:t>Y = number of apples</a:t>
            </a:r>
          </a:p>
          <a:p>
            <a:r>
              <a:rPr lang="en-US" dirty="0"/>
              <a:t>X = number of banana</a:t>
            </a:r>
          </a:p>
        </p:txBody>
      </p:sp>
      <p:sp>
        <p:nvSpPr>
          <p:cNvPr id="7" name="TextBox 6">
            <a:extLst>
              <a:ext uri="{FF2B5EF4-FFF2-40B4-BE49-F238E27FC236}">
                <a16:creationId xmlns:a16="http://schemas.microsoft.com/office/drawing/2014/main" id="{21D9889F-D328-51CE-4C25-96E8F113B20D}"/>
              </a:ext>
            </a:extLst>
          </p:cNvPr>
          <p:cNvSpPr txBox="1"/>
          <p:nvPr/>
        </p:nvSpPr>
        <p:spPr>
          <a:xfrm>
            <a:off x="9523288" y="1129059"/>
            <a:ext cx="1266693" cy="369332"/>
          </a:xfrm>
          <a:prstGeom prst="rect">
            <a:avLst/>
          </a:prstGeom>
          <a:noFill/>
        </p:spPr>
        <p:txBody>
          <a:bodyPr wrap="none" rtlCol="0">
            <a:spAutoFit/>
          </a:bodyPr>
          <a:lstStyle/>
          <a:p>
            <a:r>
              <a:rPr lang="en-US" dirty="0"/>
              <a:t>Y= W*X + b</a:t>
            </a:r>
          </a:p>
        </p:txBody>
      </p:sp>
      <p:sp>
        <p:nvSpPr>
          <p:cNvPr id="9" name="TextBox 8">
            <a:extLst>
              <a:ext uri="{FF2B5EF4-FFF2-40B4-BE49-F238E27FC236}">
                <a16:creationId xmlns:a16="http://schemas.microsoft.com/office/drawing/2014/main" id="{BC0A4F6C-3D4A-04A1-D87A-FB147AFCC31A}"/>
              </a:ext>
            </a:extLst>
          </p:cNvPr>
          <p:cNvSpPr txBox="1"/>
          <p:nvPr/>
        </p:nvSpPr>
        <p:spPr>
          <a:xfrm>
            <a:off x="9791143" y="1498391"/>
            <a:ext cx="1105111" cy="369332"/>
          </a:xfrm>
          <a:prstGeom prst="rect">
            <a:avLst/>
          </a:prstGeom>
          <a:noFill/>
        </p:spPr>
        <p:txBody>
          <a:bodyPr wrap="none" rtlCol="0">
            <a:spAutoFit/>
          </a:bodyPr>
          <a:lstStyle/>
          <a:p>
            <a:r>
              <a:rPr lang="en-US" dirty="0"/>
              <a:t>Find W, b</a:t>
            </a:r>
          </a:p>
        </p:txBody>
      </p:sp>
      <p:sp>
        <p:nvSpPr>
          <p:cNvPr id="3" name="TextBox 2">
            <a:extLst>
              <a:ext uri="{FF2B5EF4-FFF2-40B4-BE49-F238E27FC236}">
                <a16:creationId xmlns:a16="http://schemas.microsoft.com/office/drawing/2014/main" id="{6027A478-228F-3598-F2E4-A228F27E1C66}"/>
              </a:ext>
            </a:extLst>
          </p:cNvPr>
          <p:cNvSpPr txBox="1"/>
          <p:nvPr/>
        </p:nvSpPr>
        <p:spPr>
          <a:xfrm>
            <a:off x="5177151" y="2253395"/>
            <a:ext cx="1454950" cy="369332"/>
          </a:xfrm>
          <a:prstGeom prst="rect">
            <a:avLst/>
          </a:prstGeom>
          <a:noFill/>
        </p:spPr>
        <p:txBody>
          <a:bodyPr wrap="none" rtlCol="0">
            <a:spAutoFit/>
          </a:bodyPr>
          <a:lstStyle/>
          <a:p>
            <a:r>
              <a:rPr lang="en-US" dirty="0"/>
              <a:t>Training data</a:t>
            </a:r>
          </a:p>
        </p:txBody>
      </p:sp>
      <p:sp>
        <p:nvSpPr>
          <p:cNvPr id="17" name="TextBox 16">
            <a:extLst>
              <a:ext uri="{FF2B5EF4-FFF2-40B4-BE49-F238E27FC236}">
                <a16:creationId xmlns:a16="http://schemas.microsoft.com/office/drawing/2014/main" id="{CDFEC5EC-4502-1CE5-7B26-2B649E1E8F9A}"/>
              </a:ext>
            </a:extLst>
          </p:cNvPr>
          <p:cNvSpPr txBox="1"/>
          <p:nvPr/>
        </p:nvSpPr>
        <p:spPr>
          <a:xfrm>
            <a:off x="914400" y="4454413"/>
            <a:ext cx="1803699" cy="369332"/>
          </a:xfrm>
          <a:prstGeom prst="rect">
            <a:avLst/>
          </a:prstGeom>
          <a:noFill/>
        </p:spPr>
        <p:txBody>
          <a:bodyPr wrap="none" rtlCol="0">
            <a:spAutoFit/>
          </a:bodyPr>
          <a:lstStyle/>
          <a:p>
            <a:r>
              <a:rPr lang="en-US" dirty="0"/>
              <a:t>Is w=3 and b=1?</a:t>
            </a:r>
          </a:p>
        </p:txBody>
      </p:sp>
      <p:sp>
        <p:nvSpPr>
          <p:cNvPr id="25" name="TextBox 24">
            <a:extLst>
              <a:ext uri="{FF2B5EF4-FFF2-40B4-BE49-F238E27FC236}">
                <a16:creationId xmlns:a16="http://schemas.microsoft.com/office/drawing/2014/main" id="{C87ABE39-3F21-F4AF-DC9F-940EBDD0E63C}"/>
              </a:ext>
            </a:extLst>
          </p:cNvPr>
          <p:cNvSpPr txBox="1"/>
          <p:nvPr/>
        </p:nvSpPr>
        <p:spPr>
          <a:xfrm>
            <a:off x="5675692" y="2622727"/>
            <a:ext cx="611065" cy="923330"/>
          </a:xfrm>
          <a:prstGeom prst="rect">
            <a:avLst/>
          </a:prstGeom>
          <a:noFill/>
        </p:spPr>
        <p:txBody>
          <a:bodyPr wrap="none" rtlCol="0">
            <a:spAutoFit/>
          </a:bodyPr>
          <a:lstStyle/>
          <a:p>
            <a:r>
              <a:rPr lang="en-US" dirty="0"/>
              <a:t>1 4</a:t>
            </a:r>
          </a:p>
          <a:p>
            <a:r>
              <a:rPr lang="en-US" dirty="0"/>
              <a:t>2 7</a:t>
            </a:r>
          </a:p>
          <a:p>
            <a:r>
              <a:rPr lang="en-US" dirty="0"/>
              <a:t>3 10</a:t>
            </a:r>
          </a:p>
        </p:txBody>
      </p:sp>
      <p:sp>
        <p:nvSpPr>
          <p:cNvPr id="26" name="TextBox 25">
            <a:extLst>
              <a:ext uri="{FF2B5EF4-FFF2-40B4-BE49-F238E27FC236}">
                <a16:creationId xmlns:a16="http://schemas.microsoft.com/office/drawing/2014/main" id="{0E1E1688-2139-A1CE-D2B9-B50D4DEC817F}"/>
              </a:ext>
            </a:extLst>
          </p:cNvPr>
          <p:cNvSpPr txBox="1"/>
          <p:nvPr/>
        </p:nvSpPr>
        <p:spPr>
          <a:xfrm>
            <a:off x="5675691" y="4225069"/>
            <a:ext cx="611065" cy="923330"/>
          </a:xfrm>
          <a:prstGeom prst="rect">
            <a:avLst/>
          </a:prstGeom>
          <a:noFill/>
        </p:spPr>
        <p:txBody>
          <a:bodyPr wrap="none" rtlCol="0">
            <a:spAutoFit/>
          </a:bodyPr>
          <a:lstStyle/>
          <a:p>
            <a:r>
              <a:rPr lang="en-US" dirty="0"/>
              <a:t>1 4</a:t>
            </a:r>
          </a:p>
          <a:p>
            <a:r>
              <a:rPr lang="en-US" dirty="0"/>
              <a:t>2 7</a:t>
            </a:r>
          </a:p>
          <a:p>
            <a:r>
              <a:rPr lang="en-US" dirty="0"/>
              <a:t>3 10</a:t>
            </a:r>
          </a:p>
        </p:txBody>
      </p:sp>
      <p:sp>
        <p:nvSpPr>
          <p:cNvPr id="8" name="TextBox 7">
            <a:extLst>
              <a:ext uri="{FF2B5EF4-FFF2-40B4-BE49-F238E27FC236}">
                <a16:creationId xmlns:a16="http://schemas.microsoft.com/office/drawing/2014/main" id="{0CA7E9A7-3BE3-FCF4-56AA-733A63D541E4}"/>
              </a:ext>
            </a:extLst>
          </p:cNvPr>
          <p:cNvSpPr txBox="1"/>
          <p:nvPr/>
        </p:nvSpPr>
        <p:spPr>
          <a:xfrm>
            <a:off x="6887124" y="2577839"/>
            <a:ext cx="1125629" cy="369332"/>
          </a:xfrm>
          <a:prstGeom prst="rect">
            <a:avLst/>
          </a:prstGeom>
          <a:noFill/>
        </p:spPr>
        <p:txBody>
          <a:bodyPr wrap="none" rtlCol="0">
            <a:spAutoFit/>
          </a:bodyPr>
          <a:lstStyle/>
          <a:p>
            <a:r>
              <a:rPr lang="en-US" dirty="0"/>
              <a:t>2*1+1 = 3</a:t>
            </a:r>
          </a:p>
        </p:txBody>
      </p:sp>
      <p:sp>
        <p:nvSpPr>
          <p:cNvPr id="10" name="TextBox 9">
            <a:extLst>
              <a:ext uri="{FF2B5EF4-FFF2-40B4-BE49-F238E27FC236}">
                <a16:creationId xmlns:a16="http://schemas.microsoft.com/office/drawing/2014/main" id="{0B922E46-8901-3D52-62B6-9CF6176526E1}"/>
              </a:ext>
            </a:extLst>
          </p:cNvPr>
          <p:cNvSpPr txBox="1"/>
          <p:nvPr/>
        </p:nvSpPr>
        <p:spPr>
          <a:xfrm>
            <a:off x="8369019" y="2547972"/>
            <a:ext cx="1021690" cy="369332"/>
          </a:xfrm>
          <a:prstGeom prst="rect">
            <a:avLst/>
          </a:prstGeom>
          <a:noFill/>
        </p:spPr>
        <p:txBody>
          <a:bodyPr wrap="none" rtlCol="0">
            <a:spAutoFit/>
          </a:bodyPr>
          <a:lstStyle/>
          <a:p>
            <a:r>
              <a:rPr lang="en-US" dirty="0"/>
              <a:t>Error = 1</a:t>
            </a:r>
          </a:p>
        </p:txBody>
      </p:sp>
      <p:sp>
        <p:nvSpPr>
          <p:cNvPr id="16" name="TextBox 15">
            <a:extLst>
              <a:ext uri="{FF2B5EF4-FFF2-40B4-BE49-F238E27FC236}">
                <a16:creationId xmlns:a16="http://schemas.microsoft.com/office/drawing/2014/main" id="{C33981AB-2668-BE66-2B73-62A6B23EDE18}"/>
              </a:ext>
            </a:extLst>
          </p:cNvPr>
          <p:cNvSpPr txBox="1"/>
          <p:nvPr/>
        </p:nvSpPr>
        <p:spPr>
          <a:xfrm>
            <a:off x="6887124" y="2872062"/>
            <a:ext cx="1125629" cy="369332"/>
          </a:xfrm>
          <a:prstGeom prst="rect">
            <a:avLst/>
          </a:prstGeom>
          <a:noFill/>
        </p:spPr>
        <p:txBody>
          <a:bodyPr wrap="none" rtlCol="0">
            <a:spAutoFit/>
          </a:bodyPr>
          <a:lstStyle/>
          <a:p>
            <a:r>
              <a:rPr lang="en-US" dirty="0"/>
              <a:t>2*2+1 = 5</a:t>
            </a:r>
          </a:p>
        </p:txBody>
      </p:sp>
      <p:sp>
        <p:nvSpPr>
          <p:cNvPr id="18" name="TextBox 17">
            <a:extLst>
              <a:ext uri="{FF2B5EF4-FFF2-40B4-BE49-F238E27FC236}">
                <a16:creationId xmlns:a16="http://schemas.microsoft.com/office/drawing/2014/main" id="{4DEFF47F-4A68-D59C-1272-8BF8AEE33F56}"/>
              </a:ext>
            </a:extLst>
          </p:cNvPr>
          <p:cNvSpPr txBox="1"/>
          <p:nvPr/>
        </p:nvSpPr>
        <p:spPr>
          <a:xfrm>
            <a:off x="8369019" y="2917790"/>
            <a:ext cx="1021690" cy="369332"/>
          </a:xfrm>
          <a:prstGeom prst="rect">
            <a:avLst/>
          </a:prstGeom>
          <a:noFill/>
        </p:spPr>
        <p:txBody>
          <a:bodyPr wrap="none" rtlCol="0">
            <a:spAutoFit/>
          </a:bodyPr>
          <a:lstStyle/>
          <a:p>
            <a:r>
              <a:rPr lang="en-US" dirty="0"/>
              <a:t>Error = 2</a:t>
            </a:r>
          </a:p>
        </p:txBody>
      </p:sp>
      <p:sp>
        <p:nvSpPr>
          <p:cNvPr id="27" name="TextBox 26">
            <a:extLst>
              <a:ext uri="{FF2B5EF4-FFF2-40B4-BE49-F238E27FC236}">
                <a16:creationId xmlns:a16="http://schemas.microsoft.com/office/drawing/2014/main" id="{C2E8FBF3-8734-BE90-D16D-9F2D3D826341}"/>
              </a:ext>
            </a:extLst>
          </p:cNvPr>
          <p:cNvSpPr txBox="1"/>
          <p:nvPr/>
        </p:nvSpPr>
        <p:spPr>
          <a:xfrm>
            <a:off x="6847670" y="3212644"/>
            <a:ext cx="1176925" cy="369332"/>
          </a:xfrm>
          <a:prstGeom prst="rect">
            <a:avLst/>
          </a:prstGeom>
          <a:noFill/>
        </p:spPr>
        <p:txBody>
          <a:bodyPr wrap="none" rtlCol="0">
            <a:spAutoFit/>
          </a:bodyPr>
          <a:lstStyle/>
          <a:p>
            <a:r>
              <a:rPr lang="en-US" dirty="0"/>
              <a:t>2*3+ 1 = 7</a:t>
            </a:r>
          </a:p>
        </p:txBody>
      </p:sp>
      <p:sp>
        <p:nvSpPr>
          <p:cNvPr id="28" name="TextBox 27">
            <a:extLst>
              <a:ext uri="{FF2B5EF4-FFF2-40B4-BE49-F238E27FC236}">
                <a16:creationId xmlns:a16="http://schemas.microsoft.com/office/drawing/2014/main" id="{F2E9E4A8-84BD-8C45-5A31-1B6CFDE777C5}"/>
              </a:ext>
            </a:extLst>
          </p:cNvPr>
          <p:cNvSpPr txBox="1"/>
          <p:nvPr/>
        </p:nvSpPr>
        <p:spPr>
          <a:xfrm>
            <a:off x="8369019" y="3301862"/>
            <a:ext cx="1021690" cy="369332"/>
          </a:xfrm>
          <a:prstGeom prst="rect">
            <a:avLst/>
          </a:prstGeom>
          <a:noFill/>
        </p:spPr>
        <p:txBody>
          <a:bodyPr wrap="none" rtlCol="0">
            <a:spAutoFit/>
          </a:bodyPr>
          <a:lstStyle/>
          <a:p>
            <a:r>
              <a:rPr lang="en-US" dirty="0"/>
              <a:t>Error = 3</a:t>
            </a:r>
          </a:p>
        </p:txBody>
      </p:sp>
      <p:sp>
        <p:nvSpPr>
          <p:cNvPr id="29" name="TextBox 28">
            <a:extLst>
              <a:ext uri="{FF2B5EF4-FFF2-40B4-BE49-F238E27FC236}">
                <a16:creationId xmlns:a16="http://schemas.microsoft.com/office/drawing/2014/main" id="{2F236349-830F-4882-39D6-6045AF6F6BF9}"/>
              </a:ext>
            </a:extLst>
          </p:cNvPr>
          <p:cNvSpPr txBox="1"/>
          <p:nvPr/>
        </p:nvSpPr>
        <p:spPr>
          <a:xfrm>
            <a:off x="6887124" y="4055044"/>
            <a:ext cx="1125629" cy="369332"/>
          </a:xfrm>
          <a:prstGeom prst="rect">
            <a:avLst/>
          </a:prstGeom>
          <a:noFill/>
        </p:spPr>
        <p:txBody>
          <a:bodyPr wrap="none" rtlCol="0">
            <a:spAutoFit/>
          </a:bodyPr>
          <a:lstStyle/>
          <a:p>
            <a:r>
              <a:rPr lang="en-US" dirty="0"/>
              <a:t>3*1+1 = 4</a:t>
            </a:r>
          </a:p>
        </p:txBody>
      </p:sp>
      <p:sp>
        <p:nvSpPr>
          <p:cNvPr id="30" name="TextBox 29">
            <a:extLst>
              <a:ext uri="{FF2B5EF4-FFF2-40B4-BE49-F238E27FC236}">
                <a16:creationId xmlns:a16="http://schemas.microsoft.com/office/drawing/2014/main" id="{059D67D2-78E6-6321-34F8-EF078B6D49CD}"/>
              </a:ext>
            </a:extLst>
          </p:cNvPr>
          <p:cNvSpPr txBox="1"/>
          <p:nvPr/>
        </p:nvSpPr>
        <p:spPr>
          <a:xfrm>
            <a:off x="8369019" y="4025177"/>
            <a:ext cx="1021690" cy="369332"/>
          </a:xfrm>
          <a:prstGeom prst="rect">
            <a:avLst/>
          </a:prstGeom>
          <a:noFill/>
        </p:spPr>
        <p:txBody>
          <a:bodyPr wrap="none" rtlCol="0">
            <a:spAutoFit/>
          </a:bodyPr>
          <a:lstStyle/>
          <a:p>
            <a:r>
              <a:rPr lang="en-US" dirty="0"/>
              <a:t>Error = 0</a:t>
            </a:r>
          </a:p>
        </p:txBody>
      </p:sp>
      <p:sp>
        <p:nvSpPr>
          <p:cNvPr id="31" name="TextBox 30">
            <a:extLst>
              <a:ext uri="{FF2B5EF4-FFF2-40B4-BE49-F238E27FC236}">
                <a16:creationId xmlns:a16="http://schemas.microsoft.com/office/drawing/2014/main" id="{90530434-EC08-B7D4-AEF2-D59345AA92F5}"/>
              </a:ext>
            </a:extLst>
          </p:cNvPr>
          <p:cNvSpPr txBox="1"/>
          <p:nvPr/>
        </p:nvSpPr>
        <p:spPr>
          <a:xfrm>
            <a:off x="6887124" y="4349267"/>
            <a:ext cx="1125629" cy="369332"/>
          </a:xfrm>
          <a:prstGeom prst="rect">
            <a:avLst/>
          </a:prstGeom>
          <a:noFill/>
        </p:spPr>
        <p:txBody>
          <a:bodyPr wrap="none" rtlCol="0">
            <a:spAutoFit/>
          </a:bodyPr>
          <a:lstStyle/>
          <a:p>
            <a:r>
              <a:rPr lang="en-US" dirty="0"/>
              <a:t>3*2+1 = 7</a:t>
            </a:r>
          </a:p>
        </p:txBody>
      </p:sp>
      <p:sp>
        <p:nvSpPr>
          <p:cNvPr id="32" name="TextBox 31">
            <a:extLst>
              <a:ext uri="{FF2B5EF4-FFF2-40B4-BE49-F238E27FC236}">
                <a16:creationId xmlns:a16="http://schemas.microsoft.com/office/drawing/2014/main" id="{A5C7273B-EF5E-E36E-2526-FC11182889AA}"/>
              </a:ext>
            </a:extLst>
          </p:cNvPr>
          <p:cNvSpPr txBox="1"/>
          <p:nvPr/>
        </p:nvSpPr>
        <p:spPr>
          <a:xfrm>
            <a:off x="8369019" y="4394995"/>
            <a:ext cx="1021690" cy="369332"/>
          </a:xfrm>
          <a:prstGeom prst="rect">
            <a:avLst/>
          </a:prstGeom>
          <a:noFill/>
        </p:spPr>
        <p:txBody>
          <a:bodyPr wrap="none" rtlCol="0">
            <a:spAutoFit/>
          </a:bodyPr>
          <a:lstStyle/>
          <a:p>
            <a:r>
              <a:rPr lang="en-US" dirty="0"/>
              <a:t>Error = 0</a:t>
            </a:r>
          </a:p>
        </p:txBody>
      </p:sp>
      <p:sp>
        <p:nvSpPr>
          <p:cNvPr id="33" name="TextBox 32">
            <a:extLst>
              <a:ext uri="{FF2B5EF4-FFF2-40B4-BE49-F238E27FC236}">
                <a16:creationId xmlns:a16="http://schemas.microsoft.com/office/drawing/2014/main" id="{3C9D2958-1645-5E2C-099D-D360BB507DDB}"/>
              </a:ext>
            </a:extLst>
          </p:cNvPr>
          <p:cNvSpPr txBox="1"/>
          <p:nvPr/>
        </p:nvSpPr>
        <p:spPr>
          <a:xfrm>
            <a:off x="6847670" y="4689849"/>
            <a:ext cx="1301959" cy="369332"/>
          </a:xfrm>
          <a:prstGeom prst="rect">
            <a:avLst/>
          </a:prstGeom>
          <a:noFill/>
        </p:spPr>
        <p:txBody>
          <a:bodyPr wrap="none" rtlCol="0">
            <a:spAutoFit/>
          </a:bodyPr>
          <a:lstStyle/>
          <a:p>
            <a:r>
              <a:rPr lang="en-US" dirty="0"/>
              <a:t>3*3+ 1 = 10</a:t>
            </a:r>
          </a:p>
        </p:txBody>
      </p:sp>
      <p:sp>
        <p:nvSpPr>
          <p:cNvPr id="34" name="TextBox 33">
            <a:extLst>
              <a:ext uri="{FF2B5EF4-FFF2-40B4-BE49-F238E27FC236}">
                <a16:creationId xmlns:a16="http://schemas.microsoft.com/office/drawing/2014/main" id="{D27654CF-746D-DBD2-C549-5AAA41A75460}"/>
              </a:ext>
            </a:extLst>
          </p:cNvPr>
          <p:cNvSpPr txBox="1"/>
          <p:nvPr/>
        </p:nvSpPr>
        <p:spPr>
          <a:xfrm>
            <a:off x="8369019" y="4779067"/>
            <a:ext cx="1021690" cy="369332"/>
          </a:xfrm>
          <a:prstGeom prst="rect">
            <a:avLst/>
          </a:prstGeom>
          <a:noFill/>
        </p:spPr>
        <p:txBody>
          <a:bodyPr wrap="none" rtlCol="0">
            <a:spAutoFit/>
          </a:bodyPr>
          <a:lstStyle/>
          <a:p>
            <a:r>
              <a:rPr lang="en-US" dirty="0"/>
              <a:t>Error = 0</a:t>
            </a:r>
          </a:p>
        </p:txBody>
      </p:sp>
      <p:sp>
        <p:nvSpPr>
          <p:cNvPr id="4" name="TextBox 3">
            <a:extLst>
              <a:ext uri="{FF2B5EF4-FFF2-40B4-BE49-F238E27FC236}">
                <a16:creationId xmlns:a16="http://schemas.microsoft.com/office/drawing/2014/main" id="{58F56CAF-7E49-221F-D50C-EF43A1BD8502}"/>
              </a:ext>
            </a:extLst>
          </p:cNvPr>
          <p:cNvSpPr txBox="1"/>
          <p:nvPr/>
        </p:nvSpPr>
        <p:spPr>
          <a:xfrm>
            <a:off x="1202843" y="5059181"/>
            <a:ext cx="1226811" cy="369332"/>
          </a:xfrm>
          <a:prstGeom prst="rect">
            <a:avLst/>
          </a:prstGeom>
          <a:noFill/>
        </p:spPr>
        <p:txBody>
          <a:bodyPr wrap="none" rtlCol="0">
            <a:spAutoFit/>
          </a:bodyPr>
          <a:lstStyle/>
          <a:p>
            <a:r>
              <a:rPr lang="en-US" dirty="0"/>
              <a:t>Y = 3*X + 1</a:t>
            </a:r>
          </a:p>
        </p:txBody>
      </p:sp>
      <p:sp>
        <p:nvSpPr>
          <p:cNvPr id="12" name="Explosion 2 11">
            <a:extLst>
              <a:ext uri="{FF2B5EF4-FFF2-40B4-BE49-F238E27FC236}">
                <a16:creationId xmlns:a16="http://schemas.microsoft.com/office/drawing/2014/main" id="{C23C02A8-EDFD-9E0E-6780-67C7C1CF20E4}"/>
              </a:ext>
            </a:extLst>
          </p:cNvPr>
          <p:cNvSpPr/>
          <p:nvPr/>
        </p:nvSpPr>
        <p:spPr>
          <a:xfrm>
            <a:off x="9610099" y="4990278"/>
            <a:ext cx="2170545" cy="1544514"/>
          </a:xfrm>
          <a:prstGeom prst="irregularSeal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EBD74E4-62E9-9FD0-0356-E6EA5BB933CD}"/>
              </a:ext>
            </a:extLst>
          </p:cNvPr>
          <p:cNvSpPr txBox="1"/>
          <p:nvPr/>
        </p:nvSpPr>
        <p:spPr>
          <a:xfrm>
            <a:off x="10009716" y="5671480"/>
            <a:ext cx="1226811" cy="369332"/>
          </a:xfrm>
          <a:prstGeom prst="rect">
            <a:avLst/>
          </a:prstGeom>
          <a:noFill/>
        </p:spPr>
        <p:txBody>
          <a:bodyPr wrap="none" rtlCol="0">
            <a:spAutoFit/>
          </a:bodyPr>
          <a:lstStyle/>
          <a:p>
            <a:r>
              <a:rPr lang="en-US" dirty="0"/>
              <a:t>Y = 3*X + 1</a:t>
            </a:r>
          </a:p>
        </p:txBody>
      </p:sp>
    </p:spTree>
    <p:extLst>
      <p:ext uri="{BB962C8B-B14F-4D97-AF65-F5344CB8AC3E}">
        <p14:creationId xmlns:p14="http://schemas.microsoft.com/office/powerpoint/2010/main" val="1341150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F333-1960-1D53-174E-2046B66FC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2DAC4-FA0B-83DF-6BAD-AC9DD0C804D6}"/>
              </a:ext>
            </a:extLst>
          </p:cNvPr>
          <p:cNvSpPr>
            <a:spLocks noGrp="1"/>
          </p:cNvSpPr>
          <p:nvPr>
            <p:ph type="title"/>
          </p:nvPr>
        </p:nvSpPr>
        <p:spPr/>
        <p:txBody>
          <a:bodyPr/>
          <a:lstStyle/>
          <a:p>
            <a:r>
              <a:rPr lang="en-US" dirty="0"/>
              <a:t>Our model</a:t>
            </a:r>
          </a:p>
        </p:txBody>
      </p:sp>
      <p:sp>
        <p:nvSpPr>
          <p:cNvPr id="12" name="TextBox 11">
            <a:extLst>
              <a:ext uri="{FF2B5EF4-FFF2-40B4-BE49-F238E27FC236}">
                <a16:creationId xmlns:a16="http://schemas.microsoft.com/office/drawing/2014/main" id="{E058B68A-2934-F2E3-568A-DE498DCB64E2}"/>
              </a:ext>
            </a:extLst>
          </p:cNvPr>
          <p:cNvSpPr txBox="1"/>
          <p:nvPr/>
        </p:nvSpPr>
        <p:spPr>
          <a:xfrm>
            <a:off x="5165124" y="3534032"/>
            <a:ext cx="1226811" cy="369332"/>
          </a:xfrm>
          <a:prstGeom prst="rect">
            <a:avLst/>
          </a:prstGeom>
          <a:noFill/>
        </p:spPr>
        <p:txBody>
          <a:bodyPr wrap="none" rtlCol="0">
            <a:spAutoFit/>
          </a:bodyPr>
          <a:lstStyle/>
          <a:p>
            <a:r>
              <a:rPr lang="en-US" dirty="0"/>
              <a:t>Y = 3*X + 1</a:t>
            </a:r>
          </a:p>
        </p:txBody>
      </p:sp>
      <p:sp>
        <p:nvSpPr>
          <p:cNvPr id="13" name="TextBox 12">
            <a:extLst>
              <a:ext uri="{FF2B5EF4-FFF2-40B4-BE49-F238E27FC236}">
                <a16:creationId xmlns:a16="http://schemas.microsoft.com/office/drawing/2014/main" id="{CBF26BDA-A5F9-F353-C3C9-FC05C9B0C527}"/>
              </a:ext>
            </a:extLst>
          </p:cNvPr>
          <p:cNvSpPr txBox="1"/>
          <p:nvPr/>
        </p:nvSpPr>
        <p:spPr>
          <a:xfrm>
            <a:off x="5157302" y="3059668"/>
            <a:ext cx="1234633" cy="369332"/>
          </a:xfrm>
          <a:prstGeom prst="rect">
            <a:avLst/>
          </a:prstGeom>
          <a:noFill/>
        </p:spPr>
        <p:txBody>
          <a:bodyPr wrap="none" rtlCol="0">
            <a:spAutoFit/>
          </a:bodyPr>
          <a:lstStyle/>
          <a:p>
            <a:r>
              <a:rPr lang="en-US" dirty="0"/>
              <a:t>Our Model</a:t>
            </a:r>
          </a:p>
        </p:txBody>
      </p:sp>
      <p:sp>
        <p:nvSpPr>
          <p:cNvPr id="3" name="TextBox 2">
            <a:extLst>
              <a:ext uri="{FF2B5EF4-FFF2-40B4-BE49-F238E27FC236}">
                <a16:creationId xmlns:a16="http://schemas.microsoft.com/office/drawing/2014/main" id="{32EBB4AC-6609-9E6C-494F-C9A351B54EBB}"/>
              </a:ext>
            </a:extLst>
          </p:cNvPr>
          <p:cNvSpPr txBox="1"/>
          <p:nvPr/>
        </p:nvSpPr>
        <p:spPr>
          <a:xfrm>
            <a:off x="4234165" y="4008396"/>
            <a:ext cx="3676071" cy="1200329"/>
          </a:xfrm>
          <a:prstGeom prst="rect">
            <a:avLst/>
          </a:prstGeom>
          <a:noFill/>
        </p:spPr>
        <p:txBody>
          <a:bodyPr wrap="none" rtlCol="0">
            <a:spAutoFit/>
          </a:bodyPr>
          <a:lstStyle/>
          <a:p>
            <a:r>
              <a:rPr lang="en-US" dirty="0"/>
              <a:t>3 and 1 are called weights and bias</a:t>
            </a:r>
          </a:p>
          <a:p>
            <a:endParaRPr lang="en-US" dirty="0"/>
          </a:p>
          <a:p>
            <a:r>
              <a:rPr lang="en-US" dirty="0"/>
              <a:t>“3 and 1” is where intelligence lies</a:t>
            </a:r>
            <a:br>
              <a:rPr lang="en-US" dirty="0"/>
            </a:br>
            <a:endParaRPr lang="en-US" dirty="0"/>
          </a:p>
        </p:txBody>
      </p:sp>
    </p:spTree>
    <p:extLst>
      <p:ext uri="{BB962C8B-B14F-4D97-AF65-F5344CB8AC3E}">
        <p14:creationId xmlns:p14="http://schemas.microsoft.com/office/powerpoint/2010/main" val="403548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33170-9340-2886-8101-33CAA4746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0D6AC-73BD-B3A0-7CFA-63614D44FF97}"/>
              </a:ext>
            </a:extLst>
          </p:cNvPr>
          <p:cNvSpPr>
            <a:spLocks noGrp="1"/>
          </p:cNvSpPr>
          <p:nvPr>
            <p:ph type="title"/>
          </p:nvPr>
        </p:nvSpPr>
        <p:spPr/>
        <p:txBody>
          <a:bodyPr/>
          <a:lstStyle/>
          <a:p>
            <a:r>
              <a:rPr lang="en-US" dirty="0"/>
              <a:t>Inference (Using our model)</a:t>
            </a:r>
          </a:p>
        </p:txBody>
      </p:sp>
      <p:sp>
        <p:nvSpPr>
          <p:cNvPr id="11" name="TextBox 10">
            <a:extLst>
              <a:ext uri="{FF2B5EF4-FFF2-40B4-BE49-F238E27FC236}">
                <a16:creationId xmlns:a16="http://schemas.microsoft.com/office/drawing/2014/main" id="{6716FF13-AC19-268A-403E-B1313583ADE6}"/>
              </a:ext>
            </a:extLst>
          </p:cNvPr>
          <p:cNvSpPr txBox="1"/>
          <p:nvPr/>
        </p:nvSpPr>
        <p:spPr>
          <a:xfrm>
            <a:off x="3150430" y="2116784"/>
            <a:ext cx="5669116" cy="369332"/>
          </a:xfrm>
          <a:prstGeom prst="rect">
            <a:avLst/>
          </a:prstGeom>
          <a:noFill/>
        </p:spPr>
        <p:txBody>
          <a:bodyPr wrap="none" rtlCol="0">
            <a:spAutoFit/>
          </a:bodyPr>
          <a:lstStyle/>
          <a:p>
            <a:r>
              <a:rPr lang="en-US" dirty="0"/>
              <a:t>if A gives 4 Bananas to B, How many apples will A get? </a:t>
            </a:r>
          </a:p>
        </p:txBody>
      </p:sp>
      <p:sp>
        <p:nvSpPr>
          <p:cNvPr id="12" name="TextBox 11">
            <a:extLst>
              <a:ext uri="{FF2B5EF4-FFF2-40B4-BE49-F238E27FC236}">
                <a16:creationId xmlns:a16="http://schemas.microsoft.com/office/drawing/2014/main" id="{10060C49-1701-AD12-3721-054E616161CB}"/>
              </a:ext>
            </a:extLst>
          </p:cNvPr>
          <p:cNvSpPr txBox="1"/>
          <p:nvPr/>
        </p:nvSpPr>
        <p:spPr>
          <a:xfrm>
            <a:off x="5165124" y="3534032"/>
            <a:ext cx="1226811" cy="369332"/>
          </a:xfrm>
          <a:prstGeom prst="rect">
            <a:avLst/>
          </a:prstGeom>
          <a:noFill/>
        </p:spPr>
        <p:txBody>
          <a:bodyPr wrap="none" rtlCol="0">
            <a:spAutoFit/>
          </a:bodyPr>
          <a:lstStyle/>
          <a:p>
            <a:r>
              <a:rPr lang="en-US" dirty="0"/>
              <a:t>Y = 3*X + 1</a:t>
            </a:r>
          </a:p>
        </p:txBody>
      </p:sp>
      <p:sp>
        <p:nvSpPr>
          <p:cNvPr id="13" name="TextBox 12">
            <a:extLst>
              <a:ext uri="{FF2B5EF4-FFF2-40B4-BE49-F238E27FC236}">
                <a16:creationId xmlns:a16="http://schemas.microsoft.com/office/drawing/2014/main" id="{7578C668-12EA-BF03-9485-94EB3075EF51}"/>
              </a:ext>
            </a:extLst>
          </p:cNvPr>
          <p:cNvSpPr txBox="1"/>
          <p:nvPr/>
        </p:nvSpPr>
        <p:spPr>
          <a:xfrm>
            <a:off x="5157302" y="3059668"/>
            <a:ext cx="1234633" cy="369332"/>
          </a:xfrm>
          <a:prstGeom prst="rect">
            <a:avLst/>
          </a:prstGeom>
          <a:noFill/>
        </p:spPr>
        <p:txBody>
          <a:bodyPr wrap="none" rtlCol="0">
            <a:spAutoFit/>
          </a:bodyPr>
          <a:lstStyle/>
          <a:p>
            <a:r>
              <a:rPr lang="en-US" dirty="0"/>
              <a:t>Our Model</a:t>
            </a:r>
          </a:p>
        </p:txBody>
      </p:sp>
      <p:sp>
        <p:nvSpPr>
          <p:cNvPr id="14" name="TextBox 13">
            <a:extLst>
              <a:ext uri="{FF2B5EF4-FFF2-40B4-BE49-F238E27FC236}">
                <a16:creationId xmlns:a16="http://schemas.microsoft.com/office/drawing/2014/main" id="{7991F62C-6C36-447C-1CC6-CF0777BFFD01}"/>
              </a:ext>
            </a:extLst>
          </p:cNvPr>
          <p:cNvSpPr txBox="1"/>
          <p:nvPr/>
        </p:nvSpPr>
        <p:spPr>
          <a:xfrm>
            <a:off x="4955059" y="4720281"/>
            <a:ext cx="2510046" cy="369332"/>
          </a:xfrm>
          <a:prstGeom prst="rect">
            <a:avLst/>
          </a:prstGeom>
          <a:noFill/>
        </p:spPr>
        <p:txBody>
          <a:bodyPr wrap="none" rtlCol="0">
            <a:spAutoFit/>
          </a:bodyPr>
          <a:lstStyle/>
          <a:p>
            <a:r>
              <a:rPr lang="en-US" dirty="0"/>
              <a:t>With X=3, Y=3*3+1 = 10</a:t>
            </a:r>
          </a:p>
        </p:txBody>
      </p:sp>
      <p:sp>
        <p:nvSpPr>
          <p:cNvPr id="19" name="TextBox 18">
            <a:extLst>
              <a:ext uri="{FF2B5EF4-FFF2-40B4-BE49-F238E27FC236}">
                <a16:creationId xmlns:a16="http://schemas.microsoft.com/office/drawing/2014/main" id="{AACAD3FC-DCF5-630D-8ABB-AE442D8D758B}"/>
              </a:ext>
            </a:extLst>
          </p:cNvPr>
          <p:cNvSpPr txBox="1"/>
          <p:nvPr/>
        </p:nvSpPr>
        <p:spPr>
          <a:xfrm>
            <a:off x="4749114" y="5589951"/>
            <a:ext cx="2646174" cy="369332"/>
          </a:xfrm>
          <a:prstGeom prst="rect">
            <a:avLst/>
          </a:prstGeom>
          <a:noFill/>
        </p:spPr>
        <p:txBody>
          <a:bodyPr wrap="none" rtlCol="0">
            <a:spAutoFit/>
          </a:bodyPr>
          <a:lstStyle/>
          <a:p>
            <a:r>
              <a:rPr lang="en-US" dirty="0"/>
              <a:t>B will give 10 Apples to A</a:t>
            </a:r>
          </a:p>
        </p:txBody>
      </p:sp>
    </p:spTree>
    <p:extLst>
      <p:ext uri="{BB962C8B-B14F-4D97-AF65-F5344CB8AC3E}">
        <p14:creationId xmlns:p14="http://schemas.microsoft.com/office/powerpoint/2010/main" val="689262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dirty="0"/>
              <a:t>To recap</a:t>
            </a:r>
            <a:endParaRPr dirty="0"/>
          </a:p>
        </p:txBody>
      </p:sp>
      <p:sp>
        <p:nvSpPr>
          <p:cNvPr id="173" name="Google Shape;173;p6"/>
          <p:cNvSpPr txBox="1"/>
          <p:nvPr/>
        </p:nvSpPr>
        <p:spPr>
          <a:xfrm>
            <a:off x="4683003" y="1638142"/>
            <a:ext cx="3025406"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Gill Sans"/>
                <a:ea typeface="Gill Sans"/>
                <a:cs typeface="Gill Sans"/>
                <a:sym typeface="Gill Sans"/>
              </a:rPr>
              <a:t>Model is</a:t>
            </a:r>
          </a:p>
          <a:p>
            <a:pPr marL="0" marR="0" lvl="0" indent="0" algn="ctr" rtl="0">
              <a:spcBef>
                <a:spcPts val="0"/>
              </a:spcBef>
              <a:spcAft>
                <a:spcPts val="0"/>
              </a:spcAft>
              <a:buNone/>
            </a:pPr>
            <a:r>
              <a:rPr lang="en-US" sz="3600" dirty="0">
                <a:solidFill>
                  <a:schemeClr val="dk1"/>
                </a:solidFill>
                <a:latin typeface="Gill Sans"/>
                <a:ea typeface="Gill Sans"/>
                <a:cs typeface="Gill Sans"/>
                <a:sym typeface="Gill Sans"/>
              </a:rPr>
              <a:t>Y = W*X + b</a:t>
            </a:r>
            <a:endParaRPr dirty="0"/>
          </a:p>
        </p:txBody>
      </p:sp>
      <p:sp>
        <p:nvSpPr>
          <p:cNvPr id="174" name="Google Shape;174;p6"/>
          <p:cNvSpPr txBox="1"/>
          <p:nvPr/>
        </p:nvSpPr>
        <p:spPr>
          <a:xfrm>
            <a:off x="2297723" y="3071446"/>
            <a:ext cx="11496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Y= output</a:t>
            </a:r>
            <a:endParaRPr/>
          </a:p>
        </p:txBody>
      </p:sp>
      <p:sp>
        <p:nvSpPr>
          <p:cNvPr id="175" name="Google Shape;175;p6"/>
          <p:cNvSpPr txBox="1"/>
          <p:nvPr/>
        </p:nvSpPr>
        <p:spPr>
          <a:xfrm>
            <a:off x="5681784" y="3056765"/>
            <a:ext cx="10278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X= Input</a:t>
            </a:r>
            <a:endParaRPr/>
          </a:p>
        </p:txBody>
      </p:sp>
      <p:sp>
        <p:nvSpPr>
          <p:cNvPr id="176" name="Google Shape;176;p6"/>
          <p:cNvSpPr txBox="1"/>
          <p:nvPr/>
        </p:nvSpPr>
        <p:spPr>
          <a:xfrm>
            <a:off x="8378092" y="3087077"/>
            <a:ext cx="167385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W= Intelligence</a:t>
            </a:r>
            <a:endParaRPr/>
          </a:p>
        </p:txBody>
      </p:sp>
      <p:sp>
        <p:nvSpPr>
          <p:cNvPr id="177" name="Google Shape;177;p6"/>
          <p:cNvSpPr txBox="1"/>
          <p:nvPr/>
        </p:nvSpPr>
        <p:spPr>
          <a:xfrm>
            <a:off x="2332003" y="3941857"/>
            <a:ext cx="99257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X= Data</a:t>
            </a:r>
            <a:endParaRPr/>
          </a:p>
        </p:txBody>
      </p:sp>
      <p:sp>
        <p:nvSpPr>
          <p:cNvPr id="178" name="Google Shape;178;p6"/>
          <p:cNvSpPr txBox="1"/>
          <p:nvPr/>
        </p:nvSpPr>
        <p:spPr>
          <a:xfrm>
            <a:off x="4829908" y="4040554"/>
            <a:ext cx="21194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Y= Expected Results</a:t>
            </a:r>
            <a:endParaRPr/>
          </a:p>
        </p:txBody>
      </p:sp>
      <p:sp>
        <p:nvSpPr>
          <p:cNvPr id="179" name="Google Shape;179;p6"/>
          <p:cNvSpPr txBox="1"/>
          <p:nvPr/>
        </p:nvSpPr>
        <p:spPr>
          <a:xfrm>
            <a:off x="8464062" y="4126523"/>
            <a:ext cx="14191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W = Weights</a:t>
            </a:r>
            <a:endParaRPr/>
          </a:p>
        </p:txBody>
      </p:sp>
      <p:sp>
        <p:nvSpPr>
          <p:cNvPr id="180" name="Google Shape;180;p6"/>
          <p:cNvSpPr txBox="1"/>
          <p:nvPr/>
        </p:nvSpPr>
        <p:spPr>
          <a:xfrm>
            <a:off x="2258646" y="5025292"/>
            <a:ext cx="354949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X= Text, Image, Speech, Table data…</a:t>
            </a:r>
            <a:endParaRPr/>
          </a:p>
        </p:txBody>
      </p:sp>
      <p:sp>
        <p:nvSpPr>
          <p:cNvPr id="181" name="Google Shape;181;p6"/>
          <p:cNvSpPr txBox="1"/>
          <p:nvPr/>
        </p:nvSpPr>
        <p:spPr>
          <a:xfrm>
            <a:off x="6195706" y="5024343"/>
            <a:ext cx="430021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Y= expected output (word, image, story, …)</a:t>
            </a:r>
            <a:endParaRPr/>
          </a:p>
        </p:txBody>
      </p:sp>
      <p:sp>
        <p:nvSpPr>
          <p:cNvPr id="182" name="Google Shape;182;p6"/>
          <p:cNvSpPr txBox="1"/>
          <p:nvPr/>
        </p:nvSpPr>
        <p:spPr>
          <a:xfrm>
            <a:off x="4251032" y="5552831"/>
            <a:ext cx="3381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X, Y and W are all HUGE matrices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5">
          <a:extLst>
            <a:ext uri="{FF2B5EF4-FFF2-40B4-BE49-F238E27FC236}">
              <a16:creationId xmlns:a16="http://schemas.microsoft.com/office/drawing/2014/main" id="{9CBEB805-0B23-6A3E-8DAA-31E4CC60A4C3}"/>
            </a:ext>
          </a:extLst>
        </p:cNvPr>
        <p:cNvGrpSpPr/>
        <p:nvPr/>
      </p:nvGrpSpPr>
      <p:grpSpPr>
        <a:xfrm>
          <a:off x="0" y="0"/>
          <a:ext cx="0" cy="0"/>
          <a:chOff x="0" y="0"/>
          <a:chExt cx="0" cy="0"/>
        </a:xfrm>
      </p:grpSpPr>
      <p:sp>
        <p:nvSpPr>
          <p:cNvPr id="926" name="Google Shape;926;p78">
            <a:extLst>
              <a:ext uri="{FF2B5EF4-FFF2-40B4-BE49-F238E27FC236}">
                <a16:creationId xmlns:a16="http://schemas.microsoft.com/office/drawing/2014/main" id="{72607A87-E3E6-8982-89D4-BFCEE95CA5E3}"/>
              </a:ext>
            </a:extLst>
          </p:cNvPr>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dk1"/>
              </a:buClr>
              <a:buSzPts val="6600"/>
              <a:buFont typeface="Gill Sans"/>
              <a:buNone/>
            </a:pPr>
            <a:r>
              <a:rPr lang="en-US" dirty="0"/>
              <a:t>Neural network in practice</a:t>
            </a:r>
            <a:endParaRPr dirty="0"/>
          </a:p>
        </p:txBody>
      </p:sp>
    </p:spTree>
    <p:extLst>
      <p:ext uri="{BB962C8B-B14F-4D97-AF65-F5344CB8AC3E}">
        <p14:creationId xmlns:p14="http://schemas.microsoft.com/office/powerpoint/2010/main" val="4093925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94AA-2EB5-8F4C-DF1E-4B43F5544A07}"/>
              </a:ext>
            </a:extLst>
          </p:cNvPr>
          <p:cNvSpPr>
            <a:spLocks noGrp="1"/>
          </p:cNvSpPr>
          <p:nvPr>
            <p:ph type="title"/>
          </p:nvPr>
        </p:nvSpPr>
        <p:spPr/>
        <p:txBody>
          <a:bodyPr/>
          <a:lstStyle/>
          <a:p>
            <a:r>
              <a:rPr lang="en-US" dirty="0"/>
              <a:t>In practice</a:t>
            </a:r>
          </a:p>
        </p:txBody>
      </p:sp>
      <p:sp>
        <p:nvSpPr>
          <p:cNvPr id="3" name="Content Placeholder 2">
            <a:extLst>
              <a:ext uri="{FF2B5EF4-FFF2-40B4-BE49-F238E27FC236}">
                <a16:creationId xmlns:a16="http://schemas.microsoft.com/office/drawing/2014/main" id="{27949CA5-9D84-F5CB-5886-AA3D35E43BCC}"/>
              </a:ext>
            </a:extLst>
          </p:cNvPr>
          <p:cNvSpPr>
            <a:spLocks noGrp="1"/>
          </p:cNvSpPr>
          <p:nvPr>
            <p:ph idx="1"/>
          </p:nvPr>
        </p:nvSpPr>
        <p:spPr>
          <a:xfrm>
            <a:off x="518160" y="1922048"/>
            <a:ext cx="11155680" cy="4478751"/>
          </a:xfrm>
        </p:spPr>
        <p:txBody>
          <a:bodyPr>
            <a:normAutofit fontScale="92500" lnSpcReduction="10000"/>
          </a:bodyPr>
          <a:lstStyle/>
          <a:p>
            <a:r>
              <a:rPr lang="en-US" dirty="0"/>
              <a:t>The training data is HUGE</a:t>
            </a:r>
          </a:p>
          <a:p>
            <a:pPr lvl="1"/>
            <a:r>
              <a:rPr lang="en-US" dirty="0"/>
              <a:t>100s of thousands or even billion, trillion points</a:t>
            </a:r>
          </a:p>
          <a:p>
            <a:pPr lvl="1"/>
            <a:r>
              <a:rPr lang="en-US" dirty="0"/>
              <a:t>Data could be multidimensional</a:t>
            </a:r>
          </a:p>
          <a:p>
            <a:r>
              <a:rPr lang="en-US" dirty="0"/>
              <a:t>Y, X and W are matrix</a:t>
            </a:r>
          </a:p>
          <a:p>
            <a:pPr lvl="1"/>
            <a:r>
              <a:rPr lang="en-US" dirty="0"/>
              <a:t>Y and X are given for training data set</a:t>
            </a:r>
          </a:p>
          <a:p>
            <a:pPr lvl="1"/>
            <a:r>
              <a:rPr lang="en-US" dirty="0"/>
              <a:t>Computer’s job is to estimate W (often referred as weights or parameters)</a:t>
            </a:r>
          </a:p>
          <a:p>
            <a:pPr lvl="1"/>
            <a:r>
              <a:rPr lang="en-US" dirty="0"/>
              <a:t>W could be in millions, billions or even trillions</a:t>
            </a:r>
          </a:p>
          <a:p>
            <a:pPr lvl="1"/>
            <a:r>
              <a:rPr lang="en-US" dirty="0"/>
              <a:t>This number gives you the “size” of the model</a:t>
            </a:r>
          </a:p>
          <a:p>
            <a:r>
              <a:rPr lang="en-US" dirty="0"/>
              <a:t>Training doesn’t start with 0, 0</a:t>
            </a:r>
          </a:p>
          <a:p>
            <a:pPr lvl="1"/>
            <a:r>
              <a:rPr lang="en-US" dirty="0"/>
              <a:t>A random seed is used as a starting point</a:t>
            </a:r>
          </a:p>
          <a:p>
            <a:pPr lvl="1"/>
            <a:r>
              <a:rPr lang="en-US" dirty="0"/>
              <a:t>Training algorithm’s job is to estimate the value of W an b that minimize the error for training data</a:t>
            </a:r>
          </a:p>
          <a:p>
            <a:pPr lvl="1"/>
            <a:r>
              <a:rPr lang="en-US" dirty="0"/>
              <a:t>Training can take weeks or even months</a:t>
            </a:r>
          </a:p>
          <a:p>
            <a:r>
              <a:rPr lang="en-US" dirty="0"/>
              <a:t>Inference</a:t>
            </a:r>
          </a:p>
          <a:p>
            <a:pPr lvl="1"/>
            <a:r>
              <a:rPr lang="en-US" dirty="0"/>
              <a:t>Can take several seconds to run on a PC if the number of parameters is large</a:t>
            </a:r>
          </a:p>
          <a:p>
            <a:pPr lvl="1"/>
            <a:endParaRPr lang="en-US" dirty="0"/>
          </a:p>
        </p:txBody>
      </p:sp>
    </p:spTree>
    <p:extLst>
      <p:ext uri="{BB962C8B-B14F-4D97-AF65-F5344CB8AC3E}">
        <p14:creationId xmlns:p14="http://schemas.microsoft.com/office/powerpoint/2010/main" val="1686949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4BE8-CA54-A3E7-0F06-08C3FF0A9256}"/>
              </a:ext>
            </a:extLst>
          </p:cNvPr>
          <p:cNvSpPr>
            <a:spLocks noGrp="1"/>
          </p:cNvSpPr>
          <p:nvPr>
            <p:ph type="title"/>
          </p:nvPr>
        </p:nvSpPr>
        <p:spPr/>
        <p:txBody>
          <a:bodyPr>
            <a:normAutofit fontScale="90000"/>
          </a:bodyPr>
          <a:lstStyle/>
          <a:p>
            <a:r>
              <a:rPr lang="en-US" dirty="0"/>
              <a:t>AI Model has three distinct representations</a:t>
            </a:r>
          </a:p>
        </p:txBody>
      </p:sp>
      <p:sp>
        <p:nvSpPr>
          <p:cNvPr id="3" name="Content Placeholder 2">
            <a:extLst>
              <a:ext uri="{FF2B5EF4-FFF2-40B4-BE49-F238E27FC236}">
                <a16:creationId xmlns:a16="http://schemas.microsoft.com/office/drawing/2014/main" id="{C9862229-503A-526E-63C3-FAD4AF7A0521}"/>
              </a:ext>
            </a:extLst>
          </p:cNvPr>
          <p:cNvSpPr>
            <a:spLocks noGrp="1"/>
          </p:cNvSpPr>
          <p:nvPr>
            <p:ph idx="1"/>
          </p:nvPr>
        </p:nvSpPr>
        <p:spPr/>
        <p:txBody>
          <a:bodyPr>
            <a:normAutofit fontScale="92500"/>
          </a:bodyPr>
          <a:lstStyle/>
          <a:p>
            <a:r>
              <a:rPr lang="en-US" dirty="0"/>
              <a:t>English:</a:t>
            </a:r>
          </a:p>
          <a:p>
            <a:pPr lvl="1"/>
            <a:r>
              <a:rPr lang="en-US" dirty="0"/>
              <a:t>if A gives 4 Bananas to B, How many apples will A get? </a:t>
            </a:r>
          </a:p>
          <a:p>
            <a:pPr lvl="1"/>
            <a:r>
              <a:rPr lang="en-US" dirty="0"/>
              <a:t>Do you see a car in this image?</a:t>
            </a:r>
          </a:p>
          <a:p>
            <a:pPr lvl="1"/>
            <a:r>
              <a:rPr lang="en-US" dirty="0"/>
              <a:t>What is the capital of USA?</a:t>
            </a:r>
          </a:p>
          <a:p>
            <a:r>
              <a:rPr lang="en-US" dirty="0"/>
              <a:t>Linear algebra</a:t>
            </a:r>
          </a:p>
          <a:p>
            <a:pPr lvl="1"/>
            <a:r>
              <a:rPr lang="en-US" dirty="0"/>
              <a:t>If Y= W*</a:t>
            </a:r>
            <a:r>
              <a:rPr lang="en-US" dirty="0" err="1"/>
              <a:t>X+b</a:t>
            </a:r>
            <a:r>
              <a:rPr lang="en-US" dirty="0"/>
              <a:t>, estimate W and b </a:t>
            </a:r>
          </a:p>
          <a:p>
            <a:pPr lvl="1"/>
            <a:r>
              <a:rPr lang="en-US" dirty="0"/>
              <a:t>W and b should be such that the error between actual training data and predicted data should be as close to zero as possible</a:t>
            </a:r>
          </a:p>
          <a:p>
            <a:r>
              <a:rPr lang="en-US" dirty="0"/>
              <a:t>Geometry</a:t>
            </a:r>
          </a:p>
          <a:p>
            <a:pPr lvl="1"/>
            <a:r>
              <a:rPr lang="en-US" dirty="0"/>
              <a:t>Plot Y and X using training data</a:t>
            </a:r>
          </a:p>
          <a:p>
            <a:pPr lvl="1"/>
            <a:r>
              <a:rPr lang="en-US" dirty="0"/>
              <a:t>Plot Y and X using the model</a:t>
            </a:r>
          </a:p>
          <a:p>
            <a:pPr lvl="1"/>
            <a:r>
              <a:rPr lang="en-US" dirty="0"/>
              <a:t>Estimate how good the model is</a:t>
            </a:r>
          </a:p>
          <a:p>
            <a:pPr lvl="1"/>
            <a:endParaRPr lang="en-US" dirty="0"/>
          </a:p>
        </p:txBody>
      </p:sp>
    </p:spTree>
    <p:extLst>
      <p:ext uri="{BB962C8B-B14F-4D97-AF65-F5344CB8AC3E}">
        <p14:creationId xmlns:p14="http://schemas.microsoft.com/office/powerpoint/2010/main" val="4253344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5E5F-2A83-AC63-FE9A-D1027FAA5AE3}"/>
              </a:ext>
            </a:extLst>
          </p:cNvPr>
          <p:cNvSpPr>
            <a:spLocks noGrp="1"/>
          </p:cNvSpPr>
          <p:nvPr>
            <p:ph type="title"/>
          </p:nvPr>
        </p:nvSpPr>
        <p:spPr/>
        <p:txBody>
          <a:bodyPr/>
          <a:lstStyle/>
          <a:p>
            <a:r>
              <a:rPr lang="en-US" dirty="0"/>
              <a:t>Visualization</a:t>
            </a:r>
          </a:p>
        </p:txBody>
      </p:sp>
      <p:sp>
        <p:nvSpPr>
          <p:cNvPr id="3" name="Content Placeholder 2">
            <a:extLst>
              <a:ext uri="{FF2B5EF4-FFF2-40B4-BE49-F238E27FC236}">
                <a16:creationId xmlns:a16="http://schemas.microsoft.com/office/drawing/2014/main" id="{A7A5701B-0FE5-829D-B70D-F575977709CC}"/>
              </a:ext>
            </a:extLst>
          </p:cNvPr>
          <p:cNvSpPr>
            <a:spLocks noGrp="1"/>
          </p:cNvSpPr>
          <p:nvPr>
            <p:ph idx="1"/>
          </p:nvPr>
        </p:nvSpPr>
        <p:spPr/>
        <p:txBody>
          <a:bodyPr>
            <a:normAutofit/>
          </a:bodyPr>
          <a:lstStyle/>
          <a:p>
            <a:pPr marL="0" indent="0" algn="ctr">
              <a:buNone/>
            </a:pPr>
            <a:r>
              <a:rPr lang="en-US" sz="4000" dirty="0">
                <a:hlinkClick r:id="rId2"/>
              </a:rPr>
              <a:t>https://rowenchris.github.io/LearnCurve/</a:t>
            </a:r>
            <a:endParaRPr lang="en-US" sz="4000" dirty="0"/>
          </a:p>
          <a:p>
            <a:pPr algn="ctr"/>
            <a:endParaRPr lang="en-US" sz="4000" dirty="0"/>
          </a:p>
        </p:txBody>
      </p:sp>
    </p:spTree>
    <p:extLst>
      <p:ext uri="{BB962C8B-B14F-4D97-AF65-F5344CB8AC3E}">
        <p14:creationId xmlns:p14="http://schemas.microsoft.com/office/powerpoint/2010/main" val="48940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05470-9DD6-E869-8E6E-3ECD9CA935AF}"/>
              </a:ext>
            </a:extLst>
          </p:cNvPr>
          <p:cNvSpPr>
            <a:spLocks noGrp="1"/>
          </p:cNvSpPr>
          <p:nvPr>
            <p:ph type="title"/>
          </p:nvPr>
        </p:nvSpPr>
        <p:spPr/>
        <p:txBody>
          <a:bodyPr/>
          <a:lstStyle/>
          <a:p>
            <a:r>
              <a:rPr lang="en-US" dirty="0"/>
              <a:t>Need volunteers to enhance </a:t>
            </a:r>
            <a:r>
              <a:rPr lang="en-US" dirty="0" err="1"/>
              <a:t>LearnCurve</a:t>
            </a:r>
            <a:endParaRPr lang="en-US" dirty="0"/>
          </a:p>
        </p:txBody>
      </p:sp>
      <p:sp>
        <p:nvSpPr>
          <p:cNvPr id="3" name="Content Placeholder 2">
            <a:extLst>
              <a:ext uri="{FF2B5EF4-FFF2-40B4-BE49-F238E27FC236}">
                <a16:creationId xmlns:a16="http://schemas.microsoft.com/office/drawing/2014/main" id="{5CD49D55-5C42-6209-2569-7C834A651623}"/>
              </a:ext>
            </a:extLst>
          </p:cNvPr>
          <p:cNvSpPr>
            <a:spLocks noGrp="1"/>
          </p:cNvSpPr>
          <p:nvPr>
            <p:ph idx="1"/>
          </p:nvPr>
        </p:nvSpPr>
        <p:spPr/>
        <p:txBody>
          <a:bodyPr/>
          <a:lstStyle/>
          <a:p>
            <a:r>
              <a:rPr lang="en-US" dirty="0"/>
              <a:t>Play with multiple inputs</a:t>
            </a:r>
          </a:p>
          <a:p>
            <a:pPr lvl="1"/>
            <a:r>
              <a:rPr lang="en-US" dirty="0"/>
              <a:t>X1, X2, X3…</a:t>
            </a:r>
          </a:p>
          <a:p>
            <a:r>
              <a:rPr lang="en-US" dirty="0"/>
              <a:t>Allow playing with features</a:t>
            </a:r>
          </a:p>
          <a:p>
            <a:pPr lvl="1"/>
            <a:r>
              <a:rPr lang="en-US" dirty="0"/>
              <a:t>X1= x**2, X2=2*x …</a:t>
            </a:r>
          </a:p>
          <a:p>
            <a:r>
              <a:rPr lang="en-US" dirty="0"/>
              <a:t>Enhance to create probability distribution output</a:t>
            </a:r>
          </a:p>
          <a:p>
            <a:pPr lvl="1"/>
            <a:r>
              <a:rPr lang="en-US" dirty="0"/>
              <a:t>Y= </a:t>
            </a:r>
            <a:r>
              <a:rPr lang="en-US" dirty="0" err="1"/>
              <a:t>softmax</a:t>
            </a:r>
            <a:r>
              <a:rPr lang="en-US" dirty="0"/>
              <a:t>(Xi)</a:t>
            </a:r>
          </a:p>
          <a:p>
            <a:r>
              <a:rPr lang="en-US" dirty="0"/>
              <a:t>….</a:t>
            </a:r>
          </a:p>
        </p:txBody>
      </p:sp>
    </p:spTree>
    <p:extLst>
      <p:ext uri="{BB962C8B-B14F-4D97-AF65-F5344CB8AC3E}">
        <p14:creationId xmlns:p14="http://schemas.microsoft.com/office/powerpoint/2010/main" val="2911195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5">
          <a:extLst>
            <a:ext uri="{FF2B5EF4-FFF2-40B4-BE49-F238E27FC236}">
              <a16:creationId xmlns:a16="http://schemas.microsoft.com/office/drawing/2014/main" id="{EBDA538D-C399-56EF-5938-6247ABE8848A}"/>
            </a:ext>
          </a:extLst>
        </p:cNvPr>
        <p:cNvGrpSpPr/>
        <p:nvPr/>
      </p:nvGrpSpPr>
      <p:grpSpPr>
        <a:xfrm>
          <a:off x="0" y="0"/>
          <a:ext cx="0" cy="0"/>
          <a:chOff x="0" y="0"/>
          <a:chExt cx="0" cy="0"/>
        </a:xfrm>
      </p:grpSpPr>
      <p:sp>
        <p:nvSpPr>
          <p:cNvPr id="926" name="Google Shape;926;p78">
            <a:extLst>
              <a:ext uri="{FF2B5EF4-FFF2-40B4-BE49-F238E27FC236}">
                <a16:creationId xmlns:a16="http://schemas.microsoft.com/office/drawing/2014/main" id="{41B81D2D-5AF6-BFD4-382F-44329E442C37}"/>
              </a:ext>
            </a:extLst>
          </p:cNvPr>
          <p:cNvSpPr txBox="1">
            <a:spLocks noGrp="1"/>
          </p:cNvSpPr>
          <p:nvPr>
            <p:ph type="ctrTitle"/>
          </p:nvPr>
        </p:nvSpPr>
        <p:spPr>
          <a:xfrm>
            <a:off x="1678870" y="1744407"/>
            <a:ext cx="8637073" cy="2541431"/>
          </a:xfrm>
          <a:prstGeom prst="rect">
            <a:avLst/>
          </a:prstGeom>
          <a:noFill/>
          <a:ln>
            <a:noFill/>
          </a:ln>
        </p:spPr>
        <p:txBody>
          <a:bodyPr spcFirstLastPara="1" wrap="square" lIns="91425" tIns="45700" rIns="91425" bIns="0" anchor="b" anchorCtr="0">
            <a:normAutofit/>
          </a:bodyPr>
          <a:lstStyle/>
          <a:p>
            <a:pPr marL="0" lvl="0" indent="0" algn="ctr" rtl="0">
              <a:lnSpc>
                <a:spcPct val="90000"/>
              </a:lnSpc>
              <a:spcBef>
                <a:spcPts val="0"/>
              </a:spcBef>
              <a:spcAft>
                <a:spcPts val="0"/>
              </a:spcAft>
              <a:buClr>
                <a:schemeClr val="dk1"/>
              </a:buClr>
              <a:buSzPts val="6600"/>
              <a:buFont typeface="Gill Sans"/>
              <a:buNone/>
            </a:pPr>
            <a:r>
              <a:rPr lang="en-US" dirty="0"/>
              <a:t>Data representation for models</a:t>
            </a:r>
            <a:endParaRPr dirty="0"/>
          </a:p>
        </p:txBody>
      </p:sp>
    </p:spTree>
    <p:extLst>
      <p:ext uri="{BB962C8B-B14F-4D97-AF65-F5344CB8AC3E}">
        <p14:creationId xmlns:p14="http://schemas.microsoft.com/office/powerpoint/2010/main" val="3333110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90853-DA08-4BB8-7DF7-41E95F8C3381}"/>
              </a:ext>
            </a:extLst>
          </p:cNvPr>
          <p:cNvSpPr>
            <a:spLocks noGrp="1"/>
          </p:cNvSpPr>
          <p:nvPr>
            <p:ph type="title"/>
          </p:nvPr>
        </p:nvSpPr>
        <p:spPr/>
        <p:txBody>
          <a:bodyPr/>
          <a:lstStyle/>
          <a:p>
            <a:r>
              <a:rPr lang="en-US" dirty="0"/>
              <a:t>Model generalization</a:t>
            </a:r>
          </a:p>
        </p:txBody>
      </p:sp>
      <p:sp>
        <p:nvSpPr>
          <p:cNvPr id="3" name="Content Placeholder 2">
            <a:extLst>
              <a:ext uri="{FF2B5EF4-FFF2-40B4-BE49-F238E27FC236}">
                <a16:creationId xmlns:a16="http://schemas.microsoft.com/office/drawing/2014/main" id="{1284D9D8-1534-0CA1-6A7A-04AD873FA6B6}"/>
              </a:ext>
            </a:extLst>
          </p:cNvPr>
          <p:cNvSpPr>
            <a:spLocks noGrp="1"/>
          </p:cNvSpPr>
          <p:nvPr>
            <p:ph idx="1"/>
          </p:nvPr>
        </p:nvSpPr>
        <p:spPr/>
        <p:txBody>
          <a:bodyPr/>
          <a:lstStyle/>
          <a:p>
            <a:r>
              <a:rPr lang="en-US" dirty="0"/>
              <a:t>Computer only understands numbers</a:t>
            </a:r>
          </a:p>
          <a:p>
            <a:r>
              <a:rPr lang="en-US" dirty="0"/>
              <a:t>A model must be given a set of numbers that is meaningful to it to it can estimate the best values for W</a:t>
            </a:r>
          </a:p>
          <a:p>
            <a:r>
              <a:rPr lang="en-US" dirty="0"/>
              <a:t>The key in building the intelligence is how the data is ‘encoded’ so model understands it</a:t>
            </a:r>
          </a:p>
          <a:p>
            <a:r>
              <a:rPr lang="en-US" dirty="0"/>
              <a:t>The data representation takes different forms depending on the type of problem you are trying to solve</a:t>
            </a:r>
          </a:p>
          <a:p>
            <a:pPr lvl="1"/>
            <a:r>
              <a:rPr lang="en-US" dirty="0"/>
              <a:t>Computer vision</a:t>
            </a:r>
          </a:p>
          <a:p>
            <a:pPr lvl="1"/>
            <a:r>
              <a:rPr lang="en-US" dirty="0"/>
              <a:t>Language</a:t>
            </a:r>
          </a:p>
          <a:p>
            <a:pPr lvl="1"/>
            <a:r>
              <a:rPr lang="en-US" dirty="0"/>
              <a:t>Tabular data</a:t>
            </a:r>
          </a:p>
          <a:p>
            <a:pPr lvl="1"/>
            <a:r>
              <a:rPr lang="en-US" dirty="0"/>
              <a:t>Speech</a:t>
            </a:r>
          </a:p>
          <a:p>
            <a:pPr lvl="1"/>
            <a:r>
              <a:rPr lang="en-US" dirty="0"/>
              <a:t>…</a:t>
            </a:r>
          </a:p>
        </p:txBody>
      </p:sp>
    </p:spTree>
    <p:extLst>
      <p:ext uri="{BB962C8B-B14F-4D97-AF65-F5344CB8AC3E}">
        <p14:creationId xmlns:p14="http://schemas.microsoft.com/office/powerpoint/2010/main" val="32391431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dirty="0"/>
              <a:t>DATA REPRESENTATION</a:t>
            </a:r>
            <a:endParaRPr dirty="0"/>
          </a:p>
        </p:txBody>
      </p:sp>
      <p:sp>
        <p:nvSpPr>
          <p:cNvPr id="204" name="Google Shape;204;p9"/>
          <p:cNvSpPr txBox="1">
            <a:spLocks noGrp="1"/>
          </p:cNvSpPr>
          <p:nvPr>
            <p:ph type="body" idx="1"/>
          </p:nvPr>
        </p:nvSpPr>
        <p:spPr>
          <a:xfrm>
            <a:off x="1451579" y="2015735"/>
            <a:ext cx="4162555" cy="2155574"/>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Zero = no fill</a:t>
            </a:r>
            <a:endParaRPr/>
          </a:p>
          <a:p>
            <a:pPr marL="228600" lvl="0" indent="-228600" algn="l" rtl="0">
              <a:lnSpc>
                <a:spcPct val="120000"/>
              </a:lnSpc>
              <a:spcBef>
                <a:spcPts val="1000"/>
              </a:spcBef>
              <a:spcAft>
                <a:spcPts val="0"/>
              </a:spcAft>
              <a:buSzPts val="2000"/>
              <a:buChar char="•"/>
            </a:pPr>
            <a:r>
              <a:rPr lang="en-US"/>
              <a:t>One = black fill</a:t>
            </a:r>
            <a:endParaRPr/>
          </a:p>
        </p:txBody>
      </p:sp>
      <p:pic>
        <p:nvPicPr>
          <p:cNvPr id="205" name="Google Shape;205;p9" descr="Game Graphics Learning to Use Bitmaps | Part II - Game Fundamentals Graphics, Sound, Input ..."/>
          <p:cNvPicPr preferRelativeResize="0"/>
          <p:nvPr/>
        </p:nvPicPr>
        <p:blipFill rotWithShape="1">
          <a:blip r:embed="rId3">
            <a:alphaModFix/>
          </a:blip>
          <a:srcRect/>
          <a:stretch/>
        </p:blipFill>
        <p:spPr>
          <a:xfrm>
            <a:off x="6710830" y="2210690"/>
            <a:ext cx="4445000" cy="3060700"/>
          </a:xfrm>
          <a:prstGeom prst="rect">
            <a:avLst/>
          </a:prstGeom>
          <a:noFill/>
          <a:ln>
            <a:noFill/>
          </a:ln>
        </p:spPr>
      </p:pic>
      <p:sp>
        <p:nvSpPr>
          <p:cNvPr id="206" name="Google Shape;206;p9"/>
          <p:cNvSpPr txBox="1"/>
          <p:nvPr/>
        </p:nvSpPr>
        <p:spPr>
          <a:xfrm>
            <a:off x="7212458" y="5443660"/>
            <a:ext cx="31652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Picture is represented as matrix</a:t>
            </a:r>
            <a:endParaRPr/>
          </a:p>
        </p:txBody>
      </p:sp>
      <p:sp>
        <p:nvSpPr>
          <p:cNvPr id="2" name="TextBox 1">
            <a:extLst>
              <a:ext uri="{FF2B5EF4-FFF2-40B4-BE49-F238E27FC236}">
                <a16:creationId xmlns:a16="http://schemas.microsoft.com/office/drawing/2014/main" id="{AA7D4B3C-3BD3-BF60-DE29-781FA011C42A}"/>
              </a:ext>
            </a:extLst>
          </p:cNvPr>
          <p:cNvSpPr txBox="1"/>
          <p:nvPr/>
        </p:nvSpPr>
        <p:spPr>
          <a:xfrm>
            <a:off x="927847" y="4158913"/>
            <a:ext cx="5682581" cy="923330"/>
          </a:xfrm>
          <a:prstGeom prst="rect">
            <a:avLst/>
          </a:prstGeom>
          <a:noFill/>
        </p:spPr>
        <p:txBody>
          <a:bodyPr wrap="none" rtlCol="0">
            <a:spAutoFit/>
          </a:bodyPr>
          <a:lstStyle/>
          <a:p>
            <a:r>
              <a:rPr lang="en-US" dirty="0"/>
              <a:t>Question to model: What is represented in this picture?</a:t>
            </a:r>
          </a:p>
          <a:p>
            <a:endParaRPr lang="en-US" dirty="0"/>
          </a:p>
          <a:p>
            <a:r>
              <a:rPr lang="en-US" dirty="0"/>
              <a:t>Answer: A </a:t>
            </a:r>
            <a:r>
              <a:rPr lang="en-US" dirty="0" err="1"/>
              <a:t>smily</a:t>
            </a:r>
            <a:r>
              <a:rPr lang="en-US" dirty="0"/>
              <a:t> face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BD137-509C-B9FC-67F1-CBE73384F043}"/>
              </a:ext>
            </a:extLst>
          </p:cNvPr>
          <p:cNvSpPr>
            <a:spLocks noGrp="1"/>
          </p:cNvSpPr>
          <p:nvPr>
            <p:ph type="title"/>
          </p:nvPr>
        </p:nvSpPr>
        <p:spPr/>
        <p:txBody>
          <a:bodyPr/>
          <a:lstStyle/>
          <a:p>
            <a:r>
              <a:rPr lang="en-US" dirty="0"/>
              <a:t>Picture representation</a:t>
            </a:r>
          </a:p>
        </p:txBody>
      </p:sp>
      <p:pic>
        <p:nvPicPr>
          <p:cNvPr id="4" name="Google Shape;212;p10" descr="A picture containing text, photo, man, group&#10;&#10;Description automatically generated">
            <a:extLst>
              <a:ext uri="{FF2B5EF4-FFF2-40B4-BE49-F238E27FC236}">
                <a16:creationId xmlns:a16="http://schemas.microsoft.com/office/drawing/2014/main" id="{7B6366C5-D2C4-170D-B074-32E538E8CC07}"/>
              </a:ext>
            </a:extLst>
          </p:cNvPr>
          <p:cNvPicPr preferRelativeResize="0">
            <a:picLocks noGrp="1"/>
          </p:cNvPicPr>
          <p:nvPr>
            <p:ph idx="1"/>
          </p:nvPr>
        </p:nvPicPr>
        <p:blipFill rotWithShape="1">
          <a:blip r:embed="rId2">
            <a:alphaModFix/>
          </a:blip>
          <a:srcRect/>
          <a:stretch/>
        </p:blipFill>
        <p:spPr>
          <a:xfrm>
            <a:off x="1750733" y="2104688"/>
            <a:ext cx="8394700" cy="3327400"/>
          </a:xfrm>
          <a:prstGeom prst="rect">
            <a:avLst/>
          </a:prstGeom>
          <a:noFill/>
          <a:ln>
            <a:noFill/>
          </a:ln>
        </p:spPr>
      </p:pic>
      <p:sp>
        <p:nvSpPr>
          <p:cNvPr id="5" name="TextBox 4">
            <a:extLst>
              <a:ext uri="{FF2B5EF4-FFF2-40B4-BE49-F238E27FC236}">
                <a16:creationId xmlns:a16="http://schemas.microsoft.com/office/drawing/2014/main" id="{D1AD2733-F612-82E1-D930-04578A39F004}"/>
              </a:ext>
            </a:extLst>
          </p:cNvPr>
          <p:cNvSpPr txBox="1"/>
          <p:nvPr/>
        </p:nvSpPr>
        <p:spPr>
          <a:xfrm>
            <a:off x="4297687" y="1621530"/>
            <a:ext cx="3463897" cy="369332"/>
          </a:xfrm>
          <a:prstGeom prst="rect">
            <a:avLst/>
          </a:prstGeom>
          <a:noFill/>
        </p:spPr>
        <p:txBody>
          <a:bodyPr wrap="none" rtlCol="0">
            <a:spAutoFit/>
          </a:bodyPr>
          <a:lstStyle/>
          <a:p>
            <a:r>
              <a:rPr lang="en-US" dirty="0"/>
              <a:t>Do you see parrot in this picture?</a:t>
            </a:r>
          </a:p>
        </p:txBody>
      </p:sp>
      <p:sp>
        <p:nvSpPr>
          <p:cNvPr id="6" name="TextBox 5">
            <a:extLst>
              <a:ext uri="{FF2B5EF4-FFF2-40B4-BE49-F238E27FC236}">
                <a16:creationId xmlns:a16="http://schemas.microsoft.com/office/drawing/2014/main" id="{F405BC84-D1E2-A9D5-BA0E-31403511E792}"/>
              </a:ext>
            </a:extLst>
          </p:cNvPr>
          <p:cNvSpPr txBox="1"/>
          <p:nvPr/>
        </p:nvSpPr>
        <p:spPr>
          <a:xfrm>
            <a:off x="2635624" y="5627706"/>
            <a:ext cx="742511" cy="369332"/>
          </a:xfrm>
          <a:prstGeom prst="rect">
            <a:avLst/>
          </a:prstGeom>
          <a:noFill/>
        </p:spPr>
        <p:txBody>
          <a:bodyPr wrap="none" rtlCol="0">
            <a:spAutoFit/>
          </a:bodyPr>
          <a:lstStyle/>
          <a:p>
            <a:r>
              <a:rPr lang="en-US" dirty="0"/>
              <a:t>0 or 1</a:t>
            </a:r>
          </a:p>
        </p:txBody>
      </p:sp>
      <p:sp>
        <p:nvSpPr>
          <p:cNvPr id="7" name="TextBox 6">
            <a:extLst>
              <a:ext uri="{FF2B5EF4-FFF2-40B4-BE49-F238E27FC236}">
                <a16:creationId xmlns:a16="http://schemas.microsoft.com/office/drawing/2014/main" id="{1BF80E15-84F8-BBBF-19EF-AC667F90AA90}"/>
              </a:ext>
            </a:extLst>
          </p:cNvPr>
          <p:cNvSpPr txBox="1"/>
          <p:nvPr/>
        </p:nvSpPr>
        <p:spPr>
          <a:xfrm>
            <a:off x="4652683" y="5594200"/>
            <a:ext cx="739754" cy="369332"/>
          </a:xfrm>
          <a:prstGeom prst="rect">
            <a:avLst/>
          </a:prstGeom>
          <a:noFill/>
        </p:spPr>
        <p:txBody>
          <a:bodyPr wrap="none" rtlCol="0">
            <a:spAutoFit/>
          </a:bodyPr>
          <a:lstStyle/>
          <a:p>
            <a:r>
              <a:rPr lang="en-US" dirty="0"/>
              <a:t>0 to 7</a:t>
            </a:r>
          </a:p>
        </p:txBody>
      </p:sp>
      <p:sp>
        <p:nvSpPr>
          <p:cNvPr id="8" name="TextBox 7">
            <a:extLst>
              <a:ext uri="{FF2B5EF4-FFF2-40B4-BE49-F238E27FC236}">
                <a16:creationId xmlns:a16="http://schemas.microsoft.com/office/drawing/2014/main" id="{FCF8F27D-16CB-AA9E-6C1F-ED69C137260D}"/>
              </a:ext>
            </a:extLst>
          </p:cNvPr>
          <p:cNvSpPr txBox="1"/>
          <p:nvPr/>
        </p:nvSpPr>
        <p:spPr>
          <a:xfrm>
            <a:off x="6429688" y="5627706"/>
            <a:ext cx="864789" cy="369332"/>
          </a:xfrm>
          <a:prstGeom prst="rect">
            <a:avLst/>
          </a:prstGeom>
          <a:noFill/>
        </p:spPr>
        <p:txBody>
          <a:bodyPr wrap="none" rtlCol="0">
            <a:spAutoFit/>
          </a:bodyPr>
          <a:lstStyle/>
          <a:p>
            <a:r>
              <a:rPr lang="en-US" dirty="0"/>
              <a:t>0 to 15</a:t>
            </a:r>
          </a:p>
        </p:txBody>
      </p:sp>
      <p:sp>
        <p:nvSpPr>
          <p:cNvPr id="9" name="TextBox 8">
            <a:extLst>
              <a:ext uri="{FF2B5EF4-FFF2-40B4-BE49-F238E27FC236}">
                <a16:creationId xmlns:a16="http://schemas.microsoft.com/office/drawing/2014/main" id="{FCBA7AC7-7675-F119-9544-ABB6F4B6555B}"/>
              </a:ext>
            </a:extLst>
          </p:cNvPr>
          <p:cNvSpPr txBox="1"/>
          <p:nvPr/>
        </p:nvSpPr>
        <p:spPr>
          <a:xfrm>
            <a:off x="8471051" y="5556866"/>
            <a:ext cx="989823" cy="369332"/>
          </a:xfrm>
          <a:prstGeom prst="rect">
            <a:avLst/>
          </a:prstGeom>
          <a:noFill/>
        </p:spPr>
        <p:txBody>
          <a:bodyPr wrap="none" rtlCol="0">
            <a:spAutoFit/>
          </a:bodyPr>
          <a:lstStyle/>
          <a:p>
            <a:r>
              <a:rPr lang="en-US" dirty="0"/>
              <a:t>0 to 255</a:t>
            </a:r>
          </a:p>
        </p:txBody>
      </p:sp>
      <p:sp>
        <p:nvSpPr>
          <p:cNvPr id="10" name="TextBox 9">
            <a:extLst>
              <a:ext uri="{FF2B5EF4-FFF2-40B4-BE49-F238E27FC236}">
                <a16:creationId xmlns:a16="http://schemas.microsoft.com/office/drawing/2014/main" id="{7DE82E42-8817-3997-6131-43918A3BBE4C}"/>
              </a:ext>
            </a:extLst>
          </p:cNvPr>
          <p:cNvSpPr txBox="1"/>
          <p:nvPr/>
        </p:nvSpPr>
        <p:spPr>
          <a:xfrm>
            <a:off x="2635624" y="6159150"/>
            <a:ext cx="5958170" cy="369332"/>
          </a:xfrm>
          <a:prstGeom prst="rect">
            <a:avLst/>
          </a:prstGeom>
          <a:noFill/>
        </p:spPr>
        <p:txBody>
          <a:bodyPr wrap="none" rtlCol="0">
            <a:spAutoFit/>
          </a:bodyPr>
          <a:lstStyle/>
          <a:p>
            <a:r>
              <a:rPr lang="en-US" dirty="0"/>
              <a:t>Picture becomes a 2-D matrix with a number for each pixel</a:t>
            </a:r>
          </a:p>
        </p:txBody>
      </p:sp>
    </p:spTree>
    <p:extLst>
      <p:ext uri="{BB962C8B-B14F-4D97-AF65-F5344CB8AC3E}">
        <p14:creationId xmlns:p14="http://schemas.microsoft.com/office/powerpoint/2010/main" val="2360237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5">
          <a:extLst>
            <a:ext uri="{FF2B5EF4-FFF2-40B4-BE49-F238E27FC236}">
              <a16:creationId xmlns:a16="http://schemas.microsoft.com/office/drawing/2014/main" id="{A838D3BF-4A19-7772-7C06-DBFFCEAFF422}"/>
            </a:ext>
          </a:extLst>
        </p:cNvPr>
        <p:cNvGrpSpPr/>
        <p:nvPr/>
      </p:nvGrpSpPr>
      <p:grpSpPr>
        <a:xfrm>
          <a:off x="0" y="0"/>
          <a:ext cx="0" cy="0"/>
          <a:chOff x="0" y="0"/>
          <a:chExt cx="0" cy="0"/>
        </a:xfrm>
      </p:grpSpPr>
      <p:sp>
        <p:nvSpPr>
          <p:cNvPr id="926" name="Google Shape;926;p78">
            <a:extLst>
              <a:ext uri="{FF2B5EF4-FFF2-40B4-BE49-F238E27FC236}">
                <a16:creationId xmlns:a16="http://schemas.microsoft.com/office/drawing/2014/main" id="{C0A86B45-805F-71BD-9D89-5C4CAE5FC8CB}"/>
              </a:ext>
            </a:extLst>
          </p:cNvPr>
          <p:cNvSpPr txBox="1">
            <a:spLocks noGrp="1"/>
          </p:cNvSpPr>
          <p:nvPr>
            <p:ph type="ctrTitle"/>
          </p:nvPr>
        </p:nvSpPr>
        <p:spPr>
          <a:xfrm>
            <a:off x="1678870" y="1744407"/>
            <a:ext cx="8637073" cy="2541431"/>
          </a:xfrm>
          <a:prstGeom prst="rect">
            <a:avLst/>
          </a:prstGeom>
          <a:noFill/>
          <a:ln>
            <a:noFill/>
          </a:ln>
        </p:spPr>
        <p:txBody>
          <a:bodyPr spcFirstLastPara="1" wrap="square" lIns="91425" tIns="45700" rIns="91425" bIns="0" anchor="b" anchorCtr="0">
            <a:normAutofit/>
          </a:bodyPr>
          <a:lstStyle/>
          <a:p>
            <a:pPr marL="0" lvl="0" indent="0" algn="ctr" rtl="0">
              <a:lnSpc>
                <a:spcPct val="90000"/>
              </a:lnSpc>
              <a:spcBef>
                <a:spcPts val="0"/>
              </a:spcBef>
              <a:spcAft>
                <a:spcPts val="0"/>
              </a:spcAft>
              <a:buClr>
                <a:schemeClr val="dk1"/>
              </a:buClr>
              <a:buSzPts val="6600"/>
              <a:buFont typeface="Gill Sans"/>
              <a:buNone/>
            </a:pPr>
            <a:r>
              <a:rPr lang="en-US" dirty="0"/>
              <a:t>Language models</a:t>
            </a:r>
            <a:endParaRPr dirty="0"/>
          </a:p>
        </p:txBody>
      </p:sp>
    </p:spTree>
    <p:extLst>
      <p:ext uri="{BB962C8B-B14F-4D97-AF65-F5344CB8AC3E}">
        <p14:creationId xmlns:p14="http://schemas.microsoft.com/office/powerpoint/2010/main" val="3085333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6F82-34D8-E3E5-1D6D-1EA215EF6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02FA3-4FDB-4272-89DE-7D817C44E39F}"/>
              </a:ext>
            </a:extLst>
          </p:cNvPr>
          <p:cNvSpPr>
            <a:spLocks noGrp="1"/>
          </p:cNvSpPr>
          <p:nvPr>
            <p:ph type="title"/>
          </p:nvPr>
        </p:nvSpPr>
        <p:spPr/>
        <p:txBody>
          <a:bodyPr/>
          <a:lstStyle/>
          <a:p>
            <a:r>
              <a:rPr lang="en-US" dirty="0"/>
              <a:t>Language representation</a:t>
            </a:r>
          </a:p>
        </p:txBody>
      </p:sp>
      <p:sp>
        <p:nvSpPr>
          <p:cNvPr id="14" name="TextBox 13">
            <a:extLst>
              <a:ext uri="{FF2B5EF4-FFF2-40B4-BE49-F238E27FC236}">
                <a16:creationId xmlns:a16="http://schemas.microsoft.com/office/drawing/2014/main" id="{06AA0911-0B9F-7DB5-5A12-D371E978882E}"/>
              </a:ext>
            </a:extLst>
          </p:cNvPr>
          <p:cNvSpPr txBox="1"/>
          <p:nvPr/>
        </p:nvSpPr>
        <p:spPr>
          <a:xfrm>
            <a:off x="3358403" y="1948437"/>
            <a:ext cx="6098240" cy="369332"/>
          </a:xfrm>
          <a:prstGeom prst="rect">
            <a:avLst/>
          </a:prstGeom>
          <a:noFill/>
        </p:spPr>
        <p:txBody>
          <a:bodyPr wrap="square">
            <a:spAutoFit/>
          </a:bodyPr>
          <a:lstStyle/>
          <a:p>
            <a:r>
              <a:rPr lang="en-US" b="0" i="0" dirty="0">
                <a:solidFill>
                  <a:srgbClr val="222222"/>
                </a:solidFill>
                <a:effectLst/>
                <a:latin typeface="DuckSansProduct"/>
              </a:rPr>
              <a:t>The quick brown fox jumps over the lazy dog</a:t>
            </a:r>
            <a:endParaRPr lang="en-US" dirty="0"/>
          </a:p>
        </p:txBody>
      </p:sp>
      <p:sp>
        <p:nvSpPr>
          <p:cNvPr id="16" name="TextBox 15">
            <a:extLst>
              <a:ext uri="{FF2B5EF4-FFF2-40B4-BE49-F238E27FC236}">
                <a16:creationId xmlns:a16="http://schemas.microsoft.com/office/drawing/2014/main" id="{EDB7BC31-A574-EF2A-FF1D-29084C1107C3}"/>
              </a:ext>
            </a:extLst>
          </p:cNvPr>
          <p:cNvSpPr txBox="1"/>
          <p:nvPr/>
        </p:nvSpPr>
        <p:spPr>
          <a:xfrm>
            <a:off x="1233767" y="3149576"/>
            <a:ext cx="5207373" cy="2031325"/>
          </a:xfrm>
          <a:prstGeom prst="rect">
            <a:avLst/>
          </a:prstGeom>
          <a:noFill/>
        </p:spPr>
        <p:txBody>
          <a:bodyPr wrap="square">
            <a:spAutoFit/>
          </a:bodyPr>
          <a:lstStyle/>
          <a:p>
            <a:r>
              <a:rPr lang="en-US" sz="1800" b="1" dirty="0">
                <a:solidFill>
                  <a:srgbClr val="181818"/>
                </a:solidFill>
                <a:latin typeface="Helvetica-Bold" pitchFamily="2" charset="0"/>
              </a:rPr>
              <a:t>a</a:t>
            </a:r>
            <a:r>
              <a:rPr lang="en-US" sz="1800" b="0" dirty="0">
                <a:solidFill>
                  <a:srgbClr val="181818"/>
                </a:solidFill>
                <a:latin typeface="Helvetica" pitchFamily="2" charset="0"/>
              </a:rPr>
              <a:t>	0	</a:t>
            </a:r>
            <a:r>
              <a:rPr lang="en-US" sz="1800" b="1" dirty="0">
                <a:solidFill>
                  <a:srgbClr val="181818"/>
                </a:solidFill>
                <a:latin typeface="Helvetica-Bold" pitchFamily="2" charset="0"/>
              </a:rPr>
              <a:t>h</a:t>
            </a:r>
            <a:r>
              <a:rPr lang="en-US" sz="1800" b="0" dirty="0">
                <a:solidFill>
                  <a:srgbClr val="181818"/>
                </a:solidFill>
                <a:latin typeface="Helvetica" pitchFamily="2" charset="0"/>
              </a:rPr>
              <a:t>	7	</a:t>
            </a:r>
            <a:r>
              <a:rPr lang="en-US" sz="1800" b="1" dirty="0">
                <a:solidFill>
                  <a:srgbClr val="181818"/>
                </a:solidFill>
                <a:latin typeface="Helvetica-Bold" pitchFamily="2" charset="0"/>
              </a:rPr>
              <a:t>o</a:t>
            </a:r>
            <a:r>
              <a:rPr lang="en-US" sz="1800" b="0" dirty="0">
                <a:solidFill>
                  <a:srgbClr val="181818"/>
                </a:solidFill>
                <a:latin typeface="Helvetica" pitchFamily="2" charset="0"/>
              </a:rPr>
              <a:t>	14	</a:t>
            </a:r>
            <a:r>
              <a:rPr lang="en-US" sz="1800" b="1" dirty="0">
                <a:solidFill>
                  <a:srgbClr val="181818"/>
                </a:solidFill>
                <a:latin typeface="Helvetica-Bold" pitchFamily="2" charset="0"/>
              </a:rPr>
              <a:t>u</a:t>
            </a:r>
            <a:r>
              <a:rPr lang="en-US" sz="1800" b="0" dirty="0">
                <a:solidFill>
                  <a:srgbClr val="181818"/>
                </a:solidFill>
                <a:latin typeface="Helvetica" pitchFamily="2" charset="0"/>
              </a:rPr>
              <a:t>	20	</a:t>
            </a:r>
          </a:p>
          <a:p>
            <a:r>
              <a:rPr lang="en-US" sz="1800" b="1" dirty="0">
                <a:solidFill>
                  <a:srgbClr val="181818"/>
                </a:solidFill>
                <a:latin typeface="Helvetica-Bold" pitchFamily="2" charset="0"/>
              </a:rPr>
              <a:t>b</a:t>
            </a:r>
            <a:r>
              <a:rPr lang="en-US" sz="1800" b="0" dirty="0">
                <a:solidFill>
                  <a:srgbClr val="181818"/>
                </a:solidFill>
                <a:latin typeface="Helvetica" pitchFamily="2" charset="0"/>
              </a:rPr>
              <a:t>	1	</a:t>
            </a:r>
            <a:r>
              <a:rPr lang="en-US" sz="1800" b="1" dirty="0" err="1">
                <a:solidFill>
                  <a:srgbClr val="181818"/>
                </a:solidFill>
                <a:latin typeface="Helvetica-Bold" pitchFamily="2" charset="0"/>
              </a:rPr>
              <a:t>i</a:t>
            </a:r>
            <a:r>
              <a:rPr lang="en-US" sz="1800" b="0" dirty="0">
                <a:solidFill>
                  <a:srgbClr val="181818"/>
                </a:solidFill>
                <a:latin typeface="Helvetica" pitchFamily="2" charset="0"/>
              </a:rPr>
              <a:t>	8	</a:t>
            </a:r>
            <a:r>
              <a:rPr lang="en-US" sz="1800" b="1" dirty="0">
                <a:solidFill>
                  <a:srgbClr val="181818"/>
                </a:solidFill>
                <a:latin typeface="Helvetica-Bold" pitchFamily="2" charset="0"/>
              </a:rPr>
              <a:t>p</a:t>
            </a:r>
            <a:r>
              <a:rPr lang="en-US" sz="1800" b="0" dirty="0">
                <a:solidFill>
                  <a:srgbClr val="181818"/>
                </a:solidFill>
                <a:latin typeface="Helvetica" pitchFamily="2" charset="0"/>
              </a:rPr>
              <a:t>	15	</a:t>
            </a:r>
            <a:r>
              <a:rPr lang="en-US" sz="1800" b="1" dirty="0">
                <a:solidFill>
                  <a:srgbClr val="181818"/>
                </a:solidFill>
                <a:latin typeface="Helvetica-Bold" pitchFamily="2" charset="0"/>
              </a:rPr>
              <a:t>v</a:t>
            </a:r>
            <a:r>
              <a:rPr lang="en-US" sz="1800" b="0" dirty="0">
                <a:solidFill>
                  <a:srgbClr val="181818"/>
                </a:solidFill>
                <a:latin typeface="Helvetica" pitchFamily="2" charset="0"/>
              </a:rPr>
              <a:t>	21	</a:t>
            </a:r>
          </a:p>
          <a:p>
            <a:r>
              <a:rPr lang="en-US" sz="1800" b="1" dirty="0">
                <a:solidFill>
                  <a:srgbClr val="181818"/>
                </a:solidFill>
                <a:latin typeface="Helvetica-Bold" pitchFamily="2" charset="0"/>
              </a:rPr>
              <a:t>c</a:t>
            </a:r>
            <a:r>
              <a:rPr lang="en-US" sz="1800" b="0" dirty="0">
                <a:solidFill>
                  <a:srgbClr val="181818"/>
                </a:solidFill>
                <a:latin typeface="Helvetica" pitchFamily="2" charset="0"/>
              </a:rPr>
              <a:t>	2	</a:t>
            </a:r>
            <a:r>
              <a:rPr lang="en-US" sz="1800" b="1" dirty="0">
                <a:solidFill>
                  <a:srgbClr val="181818"/>
                </a:solidFill>
                <a:latin typeface="Helvetica-Bold" pitchFamily="2" charset="0"/>
              </a:rPr>
              <a:t>j</a:t>
            </a:r>
            <a:r>
              <a:rPr lang="en-US" sz="1800" b="0" dirty="0">
                <a:solidFill>
                  <a:srgbClr val="181818"/>
                </a:solidFill>
                <a:latin typeface="Helvetica" pitchFamily="2" charset="0"/>
              </a:rPr>
              <a:t>	9	</a:t>
            </a:r>
            <a:r>
              <a:rPr lang="en-US" sz="1800" b="1" dirty="0">
                <a:solidFill>
                  <a:srgbClr val="181818"/>
                </a:solidFill>
                <a:latin typeface="Helvetica-Bold" pitchFamily="2" charset="0"/>
              </a:rPr>
              <a:t>q</a:t>
            </a:r>
            <a:r>
              <a:rPr lang="en-US" sz="1800" b="0" dirty="0">
                <a:solidFill>
                  <a:srgbClr val="181818"/>
                </a:solidFill>
                <a:latin typeface="Helvetica" pitchFamily="2" charset="0"/>
              </a:rPr>
              <a:t>	16	</a:t>
            </a:r>
            <a:r>
              <a:rPr lang="en-US" sz="1800" b="1" dirty="0">
                <a:solidFill>
                  <a:srgbClr val="181818"/>
                </a:solidFill>
                <a:latin typeface="Helvetica-Bold" pitchFamily="2" charset="0"/>
              </a:rPr>
              <a:t>w</a:t>
            </a:r>
            <a:r>
              <a:rPr lang="en-US" sz="1800" b="0" dirty="0">
                <a:solidFill>
                  <a:srgbClr val="181818"/>
                </a:solidFill>
                <a:latin typeface="Helvetica" pitchFamily="2" charset="0"/>
              </a:rPr>
              <a:t>	22	</a:t>
            </a:r>
          </a:p>
          <a:p>
            <a:r>
              <a:rPr lang="en-US" sz="1800" b="1" dirty="0">
                <a:solidFill>
                  <a:srgbClr val="181818"/>
                </a:solidFill>
                <a:latin typeface="Helvetica-Bold" pitchFamily="2" charset="0"/>
              </a:rPr>
              <a:t>d</a:t>
            </a:r>
            <a:r>
              <a:rPr lang="en-US" sz="1800" b="0" dirty="0">
                <a:solidFill>
                  <a:srgbClr val="181818"/>
                </a:solidFill>
                <a:latin typeface="Helvetica" pitchFamily="2" charset="0"/>
              </a:rPr>
              <a:t>	3	</a:t>
            </a:r>
            <a:r>
              <a:rPr lang="en-US" sz="1800" b="1" dirty="0">
                <a:solidFill>
                  <a:srgbClr val="181818"/>
                </a:solidFill>
                <a:latin typeface="Helvetica-Bold" pitchFamily="2" charset="0"/>
              </a:rPr>
              <a:t>k</a:t>
            </a:r>
            <a:r>
              <a:rPr lang="en-US" sz="1800" b="0" dirty="0">
                <a:solidFill>
                  <a:srgbClr val="181818"/>
                </a:solidFill>
                <a:latin typeface="Helvetica" pitchFamily="2" charset="0"/>
              </a:rPr>
              <a:t>	10	</a:t>
            </a:r>
            <a:r>
              <a:rPr lang="en-US" sz="1800" b="1" dirty="0">
                <a:solidFill>
                  <a:srgbClr val="181818"/>
                </a:solidFill>
                <a:latin typeface="Helvetica-Bold" pitchFamily="2" charset="0"/>
              </a:rPr>
              <a:t>r</a:t>
            </a:r>
            <a:r>
              <a:rPr lang="en-US" sz="1800" b="0" dirty="0">
                <a:solidFill>
                  <a:srgbClr val="181818"/>
                </a:solidFill>
                <a:latin typeface="Helvetica" pitchFamily="2" charset="0"/>
              </a:rPr>
              <a:t>	17	</a:t>
            </a:r>
            <a:r>
              <a:rPr lang="en-US" sz="1800" b="1" dirty="0">
                <a:solidFill>
                  <a:srgbClr val="181818"/>
                </a:solidFill>
                <a:latin typeface="Helvetica-Bold" pitchFamily="2" charset="0"/>
              </a:rPr>
              <a:t>x</a:t>
            </a:r>
            <a:r>
              <a:rPr lang="en-US" sz="1800" b="0" dirty="0">
                <a:solidFill>
                  <a:srgbClr val="181818"/>
                </a:solidFill>
                <a:latin typeface="Helvetica" pitchFamily="2" charset="0"/>
              </a:rPr>
              <a:t>	23	</a:t>
            </a:r>
          </a:p>
          <a:p>
            <a:r>
              <a:rPr lang="en-US" sz="1800" b="1" dirty="0">
                <a:solidFill>
                  <a:srgbClr val="181818"/>
                </a:solidFill>
                <a:latin typeface="Helvetica-Bold" pitchFamily="2" charset="0"/>
              </a:rPr>
              <a:t>e</a:t>
            </a:r>
            <a:r>
              <a:rPr lang="en-US" sz="1800" b="0" dirty="0">
                <a:solidFill>
                  <a:srgbClr val="181818"/>
                </a:solidFill>
                <a:latin typeface="Helvetica" pitchFamily="2" charset="0"/>
              </a:rPr>
              <a:t>	4	</a:t>
            </a:r>
            <a:r>
              <a:rPr lang="en-US" sz="1800" b="1" dirty="0">
                <a:solidFill>
                  <a:srgbClr val="181818"/>
                </a:solidFill>
                <a:latin typeface="Helvetica-Bold" pitchFamily="2" charset="0"/>
              </a:rPr>
              <a:t>l</a:t>
            </a:r>
            <a:r>
              <a:rPr lang="en-US" sz="1800" b="0" dirty="0">
                <a:solidFill>
                  <a:srgbClr val="181818"/>
                </a:solidFill>
                <a:latin typeface="Helvetica" pitchFamily="2" charset="0"/>
              </a:rPr>
              <a:t>	11	</a:t>
            </a:r>
            <a:r>
              <a:rPr lang="en-US" sz="1800" b="1" dirty="0">
                <a:solidFill>
                  <a:srgbClr val="181818"/>
                </a:solidFill>
                <a:latin typeface="Helvetica-Bold" pitchFamily="2" charset="0"/>
              </a:rPr>
              <a:t>s</a:t>
            </a:r>
            <a:r>
              <a:rPr lang="en-US" sz="1800" b="0" dirty="0">
                <a:solidFill>
                  <a:srgbClr val="181818"/>
                </a:solidFill>
                <a:latin typeface="Helvetica" pitchFamily="2" charset="0"/>
              </a:rPr>
              <a:t>	18	</a:t>
            </a:r>
            <a:r>
              <a:rPr lang="en-US" sz="1800" b="1" dirty="0">
                <a:solidFill>
                  <a:srgbClr val="181818"/>
                </a:solidFill>
                <a:latin typeface="Helvetica-Bold" pitchFamily="2" charset="0"/>
              </a:rPr>
              <a:t>y</a:t>
            </a:r>
            <a:r>
              <a:rPr lang="en-US" sz="1800" b="0" dirty="0">
                <a:solidFill>
                  <a:srgbClr val="181818"/>
                </a:solidFill>
                <a:latin typeface="Helvetica" pitchFamily="2" charset="0"/>
              </a:rPr>
              <a:t>	24	</a:t>
            </a:r>
          </a:p>
          <a:p>
            <a:r>
              <a:rPr lang="en-US" sz="1800" b="1" dirty="0">
                <a:solidFill>
                  <a:srgbClr val="181818"/>
                </a:solidFill>
                <a:latin typeface="Helvetica-Bold" pitchFamily="2" charset="0"/>
              </a:rPr>
              <a:t>f</a:t>
            </a:r>
            <a:r>
              <a:rPr lang="en-US" sz="1800" b="0" dirty="0">
                <a:solidFill>
                  <a:srgbClr val="181818"/>
                </a:solidFill>
                <a:latin typeface="Helvetica" pitchFamily="2" charset="0"/>
              </a:rPr>
              <a:t>	5	</a:t>
            </a:r>
            <a:r>
              <a:rPr lang="en-US" sz="1800" b="1" dirty="0">
                <a:solidFill>
                  <a:srgbClr val="181818"/>
                </a:solidFill>
                <a:latin typeface="Helvetica-Bold" pitchFamily="2" charset="0"/>
              </a:rPr>
              <a:t>m</a:t>
            </a:r>
            <a:r>
              <a:rPr lang="en-US" sz="1800" b="0" dirty="0">
                <a:solidFill>
                  <a:srgbClr val="181818"/>
                </a:solidFill>
                <a:latin typeface="Helvetica" pitchFamily="2" charset="0"/>
              </a:rPr>
              <a:t>	12	</a:t>
            </a:r>
            <a:r>
              <a:rPr lang="en-US" sz="1800" b="1" dirty="0">
                <a:solidFill>
                  <a:srgbClr val="181818"/>
                </a:solidFill>
                <a:latin typeface="Helvetica-Bold" pitchFamily="2" charset="0"/>
              </a:rPr>
              <a:t>t</a:t>
            </a:r>
            <a:r>
              <a:rPr lang="en-US" sz="1800" b="0" dirty="0">
                <a:solidFill>
                  <a:srgbClr val="181818"/>
                </a:solidFill>
                <a:latin typeface="Helvetica" pitchFamily="2" charset="0"/>
              </a:rPr>
              <a:t>	19	</a:t>
            </a:r>
            <a:r>
              <a:rPr lang="en-US" sz="1800" b="1" dirty="0">
                <a:solidFill>
                  <a:srgbClr val="181818"/>
                </a:solidFill>
                <a:latin typeface="Helvetica-Bold" pitchFamily="2" charset="0"/>
              </a:rPr>
              <a:t>z</a:t>
            </a:r>
            <a:r>
              <a:rPr lang="en-US" sz="1800" b="0" dirty="0">
                <a:solidFill>
                  <a:srgbClr val="181818"/>
                </a:solidFill>
                <a:latin typeface="Helvetica" pitchFamily="2" charset="0"/>
              </a:rPr>
              <a:t>	25	</a:t>
            </a:r>
          </a:p>
          <a:p>
            <a:r>
              <a:rPr lang="en-US" sz="1800" b="1" dirty="0">
                <a:solidFill>
                  <a:srgbClr val="181818"/>
                </a:solidFill>
                <a:latin typeface="Helvetica-Bold" pitchFamily="2" charset="0"/>
              </a:rPr>
              <a:t>g</a:t>
            </a:r>
            <a:r>
              <a:rPr lang="en-US" sz="1800" b="0" dirty="0">
                <a:solidFill>
                  <a:srgbClr val="181818"/>
                </a:solidFill>
                <a:latin typeface="Helvetica" pitchFamily="2" charset="0"/>
              </a:rPr>
              <a:t>	6	</a:t>
            </a:r>
            <a:r>
              <a:rPr lang="en-US" sz="1800" b="1" dirty="0">
                <a:solidFill>
                  <a:srgbClr val="181818"/>
                </a:solidFill>
                <a:latin typeface="Helvetica-Bold" pitchFamily="2" charset="0"/>
              </a:rPr>
              <a:t>n</a:t>
            </a:r>
            <a:r>
              <a:rPr lang="en-US" sz="1800" b="0" dirty="0">
                <a:solidFill>
                  <a:srgbClr val="181818"/>
                </a:solidFill>
                <a:latin typeface="Helvetica" pitchFamily="2" charset="0"/>
              </a:rPr>
              <a:t>	13					</a:t>
            </a:r>
          </a:p>
        </p:txBody>
      </p:sp>
      <p:sp>
        <p:nvSpPr>
          <p:cNvPr id="17" name="TextBox 16">
            <a:extLst>
              <a:ext uri="{FF2B5EF4-FFF2-40B4-BE49-F238E27FC236}">
                <a16:creationId xmlns:a16="http://schemas.microsoft.com/office/drawing/2014/main" id="{E7CBACD4-2B83-201F-C9BF-CBDC34FFBAD5}"/>
              </a:ext>
            </a:extLst>
          </p:cNvPr>
          <p:cNvSpPr txBox="1"/>
          <p:nvPr/>
        </p:nvSpPr>
        <p:spPr>
          <a:xfrm>
            <a:off x="6979023" y="2780243"/>
            <a:ext cx="3267635" cy="2862322"/>
          </a:xfrm>
          <a:prstGeom prst="rect">
            <a:avLst/>
          </a:prstGeom>
          <a:noFill/>
        </p:spPr>
        <p:txBody>
          <a:bodyPr wrap="square" rtlCol="0">
            <a:spAutoFit/>
          </a:bodyPr>
          <a:lstStyle/>
          <a:p>
            <a:r>
              <a:rPr lang="en-US" dirty="0"/>
              <a:t>The 19, 7, 4</a:t>
            </a:r>
          </a:p>
          <a:p>
            <a:r>
              <a:rPr lang="en-US" dirty="0"/>
              <a:t>Quick 16, 20, 8, 2, 10</a:t>
            </a:r>
          </a:p>
          <a:p>
            <a:r>
              <a:rPr lang="en-US" dirty="0"/>
              <a:t>Brown 1, 17, 14, 22, 13</a:t>
            </a:r>
          </a:p>
          <a:p>
            <a:r>
              <a:rPr lang="en-US" dirty="0"/>
              <a:t>Fox 5, 14, 23</a:t>
            </a:r>
          </a:p>
          <a:p>
            <a:r>
              <a:rPr lang="en-US" dirty="0"/>
              <a:t>Jumps 9, 20, 12, 15, 18</a:t>
            </a:r>
          </a:p>
          <a:p>
            <a:r>
              <a:rPr lang="en-US" dirty="0"/>
              <a:t>Over 14, 21, 4, 17</a:t>
            </a:r>
          </a:p>
          <a:p>
            <a:r>
              <a:rPr lang="en-US" dirty="0"/>
              <a:t>The 19, 7, 4</a:t>
            </a:r>
          </a:p>
          <a:p>
            <a:r>
              <a:rPr lang="en-US" dirty="0"/>
              <a:t>Lazy 11, 0, 25, 24</a:t>
            </a:r>
          </a:p>
          <a:p>
            <a:r>
              <a:rPr lang="en-US" dirty="0"/>
              <a:t>Dog 3, 14, 6</a:t>
            </a:r>
          </a:p>
          <a:p>
            <a:endParaRPr lang="en-US" dirty="0"/>
          </a:p>
        </p:txBody>
      </p:sp>
    </p:spTree>
    <p:extLst>
      <p:ext uri="{BB962C8B-B14F-4D97-AF65-F5344CB8AC3E}">
        <p14:creationId xmlns:p14="http://schemas.microsoft.com/office/powerpoint/2010/main" val="2348518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2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HOW LANGUAGE MODELS WORK</a:t>
            </a:r>
            <a:endParaRPr/>
          </a:p>
        </p:txBody>
      </p:sp>
      <p:grpSp>
        <p:nvGrpSpPr>
          <p:cNvPr id="499" name="Google Shape;499;p28"/>
          <p:cNvGrpSpPr/>
          <p:nvPr/>
        </p:nvGrpSpPr>
        <p:grpSpPr>
          <a:xfrm>
            <a:off x="1455664" y="3304807"/>
            <a:ext cx="9594996" cy="872272"/>
            <a:chOff x="4689" y="1288682"/>
            <a:chExt cx="9594996" cy="872272"/>
          </a:xfrm>
        </p:grpSpPr>
        <p:sp>
          <p:nvSpPr>
            <p:cNvPr id="500" name="Google Shape;500;p28"/>
            <p:cNvSpPr/>
            <p:nvPr/>
          </p:nvSpPr>
          <p:spPr>
            <a:xfrm>
              <a:off x="4689"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8"/>
            <p:cNvSpPr txBox="1"/>
            <p:nvPr/>
          </p:nvSpPr>
          <p:spPr>
            <a:xfrm>
              <a:off x="30237"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Encoder</a:t>
              </a:r>
              <a:endParaRPr/>
            </a:p>
          </p:txBody>
        </p:sp>
        <p:sp>
          <p:nvSpPr>
            <p:cNvPr id="502" name="Google Shape;502;p28"/>
            <p:cNvSpPr/>
            <p:nvPr/>
          </p:nvSpPr>
          <p:spPr>
            <a:xfrm>
              <a:off x="1603855"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8"/>
            <p:cNvSpPr txBox="1"/>
            <p:nvPr/>
          </p:nvSpPr>
          <p:spPr>
            <a:xfrm>
              <a:off x="1603855"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04" name="Google Shape;504;p28"/>
            <p:cNvSpPr/>
            <p:nvPr/>
          </p:nvSpPr>
          <p:spPr>
            <a:xfrm>
              <a:off x="2039991"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8"/>
            <p:cNvSpPr txBox="1"/>
            <p:nvPr/>
          </p:nvSpPr>
          <p:spPr>
            <a:xfrm>
              <a:off x="2065539"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06" name="Google Shape;506;p28"/>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8"/>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08" name="Google Shape;508;p28"/>
            <p:cNvSpPr/>
            <p:nvPr/>
          </p:nvSpPr>
          <p:spPr>
            <a:xfrm>
              <a:off x="4075293"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8"/>
            <p:cNvSpPr txBox="1"/>
            <p:nvPr/>
          </p:nvSpPr>
          <p:spPr>
            <a:xfrm>
              <a:off x="4100841"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AI Model</a:t>
              </a:r>
              <a:endParaRPr/>
            </a:p>
          </p:txBody>
        </p:sp>
        <p:sp>
          <p:nvSpPr>
            <p:cNvPr id="510" name="Google Shape;510;p28"/>
            <p:cNvSpPr/>
            <p:nvPr/>
          </p:nvSpPr>
          <p:spPr>
            <a:xfrm>
              <a:off x="5674459"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txBox="1"/>
            <p:nvPr/>
          </p:nvSpPr>
          <p:spPr>
            <a:xfrm>
              <a:off x="5674459"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12" name="Google Shape;512;p28"/>
            <p:cNvSpPr/>
            <p:nvPr/>
          </p:nvSpPr>
          <p:spPr>
            <a:xfrm>
              <a:off x="6110596"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8"/>
            <p:cNvSpPr txBox="1"/>
            <p:nvPr/>
          </p:nvSpPr>
          <p:spPr>
            <a:xfrm>
              <a:off x="6136144"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14" name="Google Shape;514;p28"/>
            <p:cNvSpPr/>
            <p:nvPr/>
          </p:nvSpPr>
          <p:spPr>
            <a:xfrm>
              <a:off x="7709761"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8"/>
            <p:cNvSpPr txBox="1"/>
            <p:nvPr/>
          </p:nvSpPr>
          <p:spPr>
            <a:xfrm>
              <a:off x="7709761"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16" name="Google Shape;516;p28"/>
            <p:cNvSpPr/>
            <p:nvPr/>
          </p:nvSpPr>
          <p:spPr>
            <a:xfrm>
              <a:off x="8145898"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8"/>
            <p:cNvSpPr txBox="1"/>
            <p:nvPr/>
          </p:nvSpPr>
          <p:spPr>
            <a:xfrm>
              <a:off x="8171446"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Decoder</a:t>
              </a:r>
              <a:endParaRPr/>
            </a:p>
          </p:txBody>
        </p:sp>
      </p:grpSp>
      <p:sp>
        <p:nvSpPr>
          <p:cNvPr id="518" name="Google Shape;518;p28"/>
          <p:cNvSpPr txBox="1"/>
          <p:nvPr/>
        </p:nvSpPr>
        <p:spPr>
          <a:xfrm>
            <a:off x="238088" y="4819581"/>
            <a:ext cx="283301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Who is the president of US?</a:t>
            </a:r>
            <a:endParaRPr/>
          </a:p>
        </p:txBody>
      </p:sp>
      <p:sp>
        <p:nvSpPr>
          <p:cNvPr id="519" name="Google Shape;519;p28"/>
          <p:cNvSpPr txBox="1"/>
          <p:nvPr/>
        </p:nvSpPr>
        <p:spPr>
          <a:xfrm>
            <a:off x="3394953" y="4618892"/>
            <a:ext cx="205697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15 123 12 274 1111</a:t>
            </a:r>
            <a:endParaRPr/>
          </a:p>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87 345</a:t>
            </a:r>
            <a:endParaRPr/>
          </a:p>
        </p:txBody>
      </p:sp>
      <p:grpSp>
        <p:nvGrpSpPr>
          <p:cNvPr id="520" name="Google Shape;520;p28"/>
          <p:cNvGrpSpPr/>
          <p:nvPr/>
        </p:nvGrpSpPr>
        <p:grpSpPr>
          <a:xfrm>
            <a:off x="3119944" y="4801239"/>
            <a:ext cx="308202" cy="360539"/>
            <a:chOff x="3639157" y="1544549"/>
            <a:chExt cx="308202" cy="360539"/>
          </a:xfrm>
        </p:grpSpPr>
        <p:sp>
          <p:nvSpPr>
            <p:cNvPr id="521" name="Google Shape;521;p28"/>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22" name="Google Shape;522;p28"/>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grpSp>
        <p:nvGrpSpPr>
          <p:cNvPr id="523" name="Google Shape;523;p28"/>
          <p:cNvGrpSpPr/>
          <p:nvPr/>
        </p:nvGrpSpPr>
        <p:grpSpPr>
          <a:xfrm>
            <a:off x="5156974" y="4761787"/>
            <a:ext cx="308202" cy="360539"/>
            <a:chOff x="3639157" y="1544549"/>
            <a:chExt cx="308202" cy="360539"/>
          </a:xfrm>
        </p:grpSpPr>
        <p:sp>
          <p:nvSpPr>
            <p:cNvPr id="524" name="Google Shape;524;p28"/>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25" name="Google Shape;525;p28"/>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grpSp>
        <p:nvGrpSpPr>
          <p:cNvPr id="526" name="Google Shape;526;p28"/>
          <p:cNvGrpSpPr/>
          <p:nvPr/>
        </p:nvGrpSpPr>
        <p:grpSpPr>
          <a:xfrm>
            <a:off x="7192281" y="4761787"/>
            <a:ext cx="308202" cy="360539"/>
            <a:chOff x="3639157" y="1544549"/>
            <a:chExt cx="308202" cy="360539"/>
          </a:xfrm>
        </p:grpSpPr>
        <p:sp>
          <p:nvSpPr>
            <p:cNvPr id="527" name="Google Shape;527;p28"/>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28" name="Google Shape;528;p28"/>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grpSp>
        <p:nvGrpSpPr>
          <p:cNvPr id="529" name="Google Shape;529;p28"/>
          <p:cNvGrpSpPr/>
          <p:nvPr/>
        </p:nvGrpSpPr>
        <p:grpSpPr>
          <a:xfrm>
            <a:off x="9152859" y="4801239"/>
            <a:ext cx="308202" cy="360539"/>
            <a:chOff x="3639157" y="1544549"/>
            <a:chExt cx="308202" cy="360539"/>
          </a:xfrm>
        </p:grpSpPr>
        <p:sp>
          <p:nvSpPr>
            <p:cNvPr id="530" name="Google Shape;530;p28"/>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31" name="Google Shape;531;p28"/>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sp>
        <p:nvSpPr>
          <p:cNvPr id="532" name="Google Shape;532;p28"/>
          <p:cNvSpPr txBox="1"/>
          <p:nvPr/>
        </p:nvSpPr>
        <p:spPr>
          <a:xfrm>
            <a:off x="5720003" y="4761787"/>
            <a:ext cx="10663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ChatGPT</a:t>
            </a:r>
            <a:endParaRPr/>
          </a:p>
        </p:txBody>
      </p:sp>
      <p:sp>
        <p:nvSpPr>
          <p:cNvPr id="533" name="Google Shape;533;p28"/>
          <p:cNvSpPr txBox="1"/>
          <p:nvPr/>
        </p:nvSpPr>
        <p:spPr>
          <a:xfrm>
            <a:off x="9753062" y="4752994"/>
            <a:ext cx="7954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Trump</a:t>
            </a:r>
            <a:endParaRPr/>
          </a:p>
        </p:txBody>
      </p:sp>
      <p:sp>
        <p:nvSpPr>
          <p:cNvPr id="534" name="Google Shape;534;p28"/>
          <p:cNvSpPr txBox="1"/>
          <p:nvPr/>
        </p:nvSpPr>
        <p:spPr>
          <a:xfrm>
            <a:off x="7966954" y="4761787"/>
            <a:ext cx="64633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Gill Sans"/>
                <a:ea typeface="Gill Sans"/>
                <a:cs typeface="Gill Sans"/>
                <a:sym typeface="Gill Sans"/>
              </a:rPr>
              <a:t>1245</a:t>
            </a:r>
            <a:endParaRPr dirty="0"/>
          </a:p>
        </p:txBody>
      </p:sp>
      <p:sp>
        <p:nvSpPr>
          <p:cNvPr id="2" name="TextBox 1">
            <a:extLst>
              <a:ext uri="{FF2B5EF4-FFF2-40B4-BE49-F238E27FC236}">
                <a16:creationId xmlns:a16="http://schemas.microsoft.com/office/drawing/2014/main" id="{F55FAD9C-85FB-2C8C-CF76-C2389B26CB16}"/>
              </a:ext>
            </a:extLst>
          </p:cNvPr>
          <p:cNvSpPr txBox="1"/>
          <p:nvPr/>
        </p:nvSpPr>
        <p:spPr>
          <a:xfrm>
            <a:off x="2883903" y="5603093"/>
            <a:ext cx="7120219" cy="369332"/>
          </a:xfrm>
          <a:prstGeom prst="rect">
            <a:avLst/>
          </a:prstGeom>
          <a:noFill/>
        </p:spPr>
        <p:txBody>
          <a:bodyPr wrap="none" rtlCol="0">
            <a:spAutoFit/>
          </a:bodyPr>
          <a:lstStyle/>
          <a:p>
            <a:r>
              <a:rPr lang="en-US" dirty="0"/>
              <a:t>Model is made up of weights, but applied in a slightly different fashion</a:t>
            </a:r>
          </a:p>
        </p:txBody>
      </p:sp>
      <p:sp>
        <p:nvSpPr>
          <p:cNvPr id="3" name="Google Shape;173;p6">
            <a:extLst>
              <a:ext uri="{FF2B5EF4-FFF2-40B4-BE49-F238E27FC236}">
                <a16:creationId xmlns:a16="http://schemas.microsoft.com/office/drawing/2014/main" id="{CACCBC02-AB2B-0342-997C-98F424555C7C}"/>
              </a:ext>
            </a:extLst>
          </p:cNvPr>
          <p:cNvSpPr txBox="1"/>
          <p:nvPr/>
        </p:nvSpPr>
        <p:spPr>
          <a:xfrm>
            <a:off x="4274745" y="6090595"/>
            <a:ext cx="3025406"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Gill Sans"/>
                <a:ea typeface="Gill Sans"/>
                <a:cs typeface="Gill Sans"/>
                <a:sym typeface="Gill Sans"/>
              </a:rPr>
              <a:t>Y = W*X + b</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2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HOW LANGUAGE MODELS WORK</a:t>
            </a:r>
            <a:endParaRPr/>
          </a:p>
        </p:txBody>
      </p:sp>
      <p:grpSp>
        <p:nvGrpSpPr>
          <p:cNvPr id="540" name="Google Shape;540;p29"/>
          <p:cNvGrpSpPr/>
          <p:nvPr/>
        </p:nvGrpSpPr>
        <p:grpSpPr>
          <a:xfrm>
            <a:off x="1455664" y="3304807"/>
            <a:ext cx="9594996" cy="872272"/>
            <a:chOff x="4689" y="1288682"/>
            <a:chExt cx="9594996" cy="872272"/>
          </a:xfrm>
        </p:grpSpPr>
        <p:sp>
          <p:nvSpPr>
            <p:cNvPr id="541" name="Google Shape;541;p29"/>
            <p:cNvSpPr/>
            <p:nvPr/>
          </p:nvSpPr>
          <p:spPr>
            <a:xfrm>
              <a:off x="4689"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9"/>
            <p:cNvSpPr txBox="1"/>
            <p:nvPr/>
          </p:nvSpPr>
          <p:spPr>
            <a:xfrm>
              <a:off x="30237"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Encoder</a:t>
              </a:r>
              <a:endParaRPr/>
            </a:p>
          </p:txBody>
        </p:sp>
        <p:sp>
          <p:nvSpPr>
            <p:cNvPr id="543" name="Google Shape;543;p29"/>
            <p:cNvSpPr/>
            <p:nvPr/>
          </p:nvSpPr>
          <p:spPr>
            <a:xfrm>
              <a:off x="1603855"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9"/>
            <p:cNvSpPr txBox="1"/>
            <p:nvPr/>
          </p:nvSpPr>
          <p:spPr>
            <a:xfrm>
              <a:off x="1603855"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45" name="Google Shape;545;p29"/>
            <p:cNvSpPr/>
            <p:nvPr/>
          </p:nvSpPr>
          <p:spPr>
            <a:xfrm>
              <a:off x="2039991"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9"/>
            <p:cNvSpPr txBox="1"/>
            <p:nvPr/>
          </p:nvSpPr>
          <p:spPr>
            <a:xfrm>
              <a:off x="2065539"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47" name="Google Shape;547;p29"/>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9"/>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49" name="Google Shape;549;p29"/>
            <p:cNvSpPr/>
            <p:nvPr/>
          </p:nvSpPr>
          <p:spPr>
            <a:xfrm>
              <a:off x="4075293"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9"/>
            <p:cNvSpPr txBox="1"/>
            <p:nvPr/>
          </p:nvSpPr>
          <p:spPr>
            <a:xfrm>
              <a:off x="4100841"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AI Model</a:t>
              </a:r>
              <a:endParaRPr/>
            </a:p>
          </p:txBody>
        </p:sp>
        <p:sp>
          <p:nvSpPr>
            <p:cNvPr id="551" name="Google Shape;551;p29"/>
            <p:cNvSpPr/>
            <p:nvPr/>
          </p:nvSpPr>
          <p:spPr>
            <a:xfrm>
              <a:off x="5674459"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9"/>
            <p:cNvSpPr txBox="1"/>
            <p:nvPr/>
          </p:nvSpPr>
          <p:spPr>
            <a:xfrm>
              <a:off x="5674459"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53" name="Google Shape;553;p29"/>
            <p:cNvSpPr/>
            <p:nvPr/>
          </p:nvSpPr>
          <p:spPr>
            <a:xfrm>
              <a:off x="6110596"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9"/>
            <p:cNvSpPr txBox="1"/>
            <p:nvPr/>
          </p:nvSpPr>
          <p:spPr>
            <a:xfrm>
              <a:off x="6136144"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55" name="Google Shape;555;p29"/>
            <p:cNvSpPr/>
            <p:nvPr/>
          </p:nvSpPr>
          <p:spPr>
            <a:xfrm>
              <a:off x="7709761" y="1544549"/>
              <a:ext cx="308202" cy="360539"/>
            </a:xfrm>
            <a:prstGeom prst="rightArrow">
              <a:avLst>
                <a:gd name="adj1" fmla="val 60000"/>
                <a:gd name="adj2" fmla="val 50000"/>
              </a:avLst>
            </a:prstGeom>
            <a:solidFill>
              <a:srgbClr val="ABBA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9"/>
            <p:cNvSpPr txBox="1"/>
            <p:nvPr/>
          </p:nvSpPr>
          <p:spPr>
            <a:xfrm>
              <a:off x="7709761"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sp>
          <p:nvSpPr>
            <p:cNvPr id="557" name="Google Shape;557;p29"/>
            <p:cNvSpPr/>
            <p:nvPr/>
          </p:nvSpPr>
          <p:spPr>
            <a:xfrm>
              <a:off x="8145898" y="1288682"/>
              <a:ext cx="1453787" cy="872272"/>
            </a:xfrm>
            <a:prstGeom prst="roundRect">
              <a:avLst>
                <a:gd name="adj" fmla="val 10000"/>
              </a:avLst>
            </a:prstGeom>
            <a:solidFill>
              <a:srgbClr val="4372C3"/>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9"/>
            <p:cNvSpPr txBox="1"/>
            <p:nvPr/>
          </p:nvSpPr>
          <p:spPr>
            <a:xfrm>
              <a:off x="8171446" y="1314230"/>
              <a:ext cx="1402691" cy="82117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Decoder</a:t>
              </a:r>
              <a:endParaRPr/>
            </a:p>
          </p:txBody>
        </p:sp>
      </p:grpSp>
      <p:sp>
        <p:nvSpPr>
          <p:cNvPr id="559" name="Google Shape;559;p29"/>
          <p:cNvSpPr txBox="1"/>
          <p:nvPr/>
        </p:nvSpPr>
        <p:spPr>
          <a:xfrm>
            <a:off x="238088" y="4819581"/>
            <a:ext cx="283301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Who is the president of US?</a:t>
            </a:r>
            <a:endParaRPr/>
          </a:p>
        </p:txBody>
      </p:sp>
      <p:sp>
        <p:nvSpPr>
          <p:cNvPr id="560" name="Google Shape;560;p29"/>
          <p:cNvSpPr txBox="1"/>
          <p:nvPr/>
        </p:nvSpPr>
        <p:spPr>
          <a:xfrm>
            <a:off x="3394953" y="4618892"/>
            <a:ext cx="205697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15 123 12 274 1111</a:t>
            </a:r>
            <a:endParaRPr/>
          </a:p>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87 345</a:t>
            </a:r>
            <a:endParaRPr/>
          </a:p>
        </p:txBody>
      </p:sp>
      <p:grpSp>
        <p:nvGrpSpPr>
          <p:cNvPr id="561" name="Google Shape;561;p29"/>
          <p:cNvGrpSpPr/>
          <p:nvPr/>
        </p:nvGrpSpPr>
        <p:grpSpPr>
          <a:xfrm>
            <a:off x="3119944" y="4801239"/>
            <a:ext cx="308202" cy="360539"/>
            <a:chOff x="3639157" y="1544549"/>
            <a:chExt cx="308202" cy="360539"/>
          </a:xfrm>
        </p:grpSpPr>
        <p:sp>
          <p:nvSpPr>
            <p:cNvPr id="562" name="Google Shape;562;p29"/>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63" name="Google Shape;563;p29"/>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grpSp>
        <p:nvGrpSpPr>
          <p:cNvPr id="564" name="Google Shape;564;p29"/>
          <p:cNvGrpSpPr/>
          <p:nvPr/>
        </p:nvGrpSpPr>
        <p:grpSpPr>
          <a:xfrm>
            <a:off x="5156974" y="4761787"/>
            <a:ext cx="308202" cy="360539"/>
            <a:chOff x="3639157" y="1544549"/>
            <a:chExt cx="308202" cy="360539"/>
          </a:xfrm>
        </p:grpSpPr>
        <p:sp>
          <p:nvSpPr>
            <p:cNvPr id="565" name="Google Shape;565;p29"/>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66" name="Google Shape;566;p29"/>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grpSp>
        <p:nvGrpSpPr>
          <p:cNvPr id="567" name="Google Shape;567;p29"/>
          <p:cNvGrpSpPr/>
          <p:nvPr/>
        </p:nvGrpSpPr>
        <p:grpSpPr>
          <a:xfrm>
            <a:off x="7192281" y="4761787"/>
            <a:ext cx="308202" cy="360539"/>
            <a:chOff x="3639157" y="1544549"/>
            <a:chExt cx="308202" cy="360539"/>
          </a:xfrm>
        </p:grpSpPr>
        <p:sp>
          <p:nvSpPr>
            <p:cNvPr id="568" name="Google Shape;568;p29"/>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69" name="Google Shape;569;p29"/>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grpSp>
        <p:nvGrpSpPr>
          <p:cNvPr id="570" name="Google Shape;570;p29"/>
          <p:cNvGrpSpPr/>
          <p:nvPr/>
        </p:nvGrpSpPr>
        <p:grpSpPr>
          <a:xfrm>
            <a:off x="9152859" y="4801239"/>
            <a:ext cx="308202" cy="360539"/>
            <a:chOff x="3639157" y="1544549"/>
            <a:chExt cx="308202" cy="360539"/>
          </a:xfrm>
        </p:grpSpPr>
        <p:sp>
          <p:nvSpPr>
            <p:cNvPr id="571" name="Google Shape;571;p29"/>
            <p:cNvSpPr/>
            <p:nvPr/>
          </p:nvSpPr>
          <p:spPr>
            <a:xfrm>
              <a:off x="3639157" y="1544549"/>
              <a:ext cx="308202" cy="360539"/>
            </a:xfrm>
            <a:prstGeom prst="rightArrow">
              <a:avLst>
                <a:gd name="adj1" fmla="val 60000"/>
                <a:gd name="adj2" fmla="val 50000"/>
              </a:avLst>
            </a:prstGeom>
            <a:solidFill>
              <a:srgbClr val="ABBAD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572" name="Google Shape;572;p29"/>
            <p:cNvSpPr txBox="1"/>
            <p:nvPr/>
          </p:nvSpPr>
          <p:spPr>
            <a:xfrm>
              <a:off x="3639157" y="1616657"/>
              <a:ext cx="215741" cy="2163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Gill Sans"/>
                <a:buNone/>
              </a:pPr>
              <a:endParaRPr sz="1600">
                <a:solidFill>
                  <a:schemeClr val="lt1"/>
                </a:solidFill>
                <a:latin typeface="Gill Sans"/>
                <a:ea typeface="Gill Sans"/>
                <a:cs typeface="Gill Sans"/>
                <a:sym typeface="Gill Sans"/>
              </a:endParaRPr>
            </a:p>
          </p:txBody>
        </p:sp>
      </p:grpSp>
      <p:sp>
        <p:nvSpPr>
          <p:cNvPr id="573" name="Google Shape;573;p29"/>
          <p:cNvSpPr txBox="1"/>
          <p:nvPr/>
        </p:nvSpPr>
        <p:spPr>
          <a:xfrm>
            <a:off x="5720003" y="4761787"/>
            <a:ext cx="10663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ChatGPT</a:t>
            </a:r>
            <a:endParaRPr/>
          </a:p>
        </p:txBody>
      </p:sp>
      <p:sp>
        <p:nvSpPr>
          <p:cNvPr id="574" name="Google Shape;574;p29"/>
          <p:cNvSpPr txBox="1"/>
          <p:nvPr/>
        </p:nvSpPr>
        <p:spPr>
          <a:xfrm>
            <a:off x="9753062" y="4752994"/>
            <a:ext cx="7954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Trump</a:t>
            </a:r>
            <a:endParaRPr/>
          </a:p>
        </p:txBody>
      </p:sp>
      <p:sp>
        <p:nvSpPr>
          <p:cNvPr id="576" name="Google Shape;576;p29"/>
          <p:cNvSpPr txBox="1"/>
          <p:nvPr/>
        </p:nvSpPr>
        <p:spPr>
          <a:xfrm>
            <a:off x="2879558" y="5615437"/>
            <a:ext cx="136146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Tokenization</a:t>
            </a:r>
            <a:endParaRPr/>
          </a:p>
        </p:txBody>
      </p:sp>
      <p:sp>
        <p:nvSpPr>
          <p:cNvPr id="577" name="Google Shape;577;p29"/>
          <p:cNvSpPr txBox="1"/>
          <p:nvPr/>
        </p:nvSpPr>
        <p:spPr>
          <a:xfrm>
            <a:off x="7267074" y="5646821"/>
            <a:ext cx="10775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Decoding</a:t>
            </a:r>
            <a:endParaRPr/>
          </a:p>
        </p:txBody>
      </p:sp>
      <p:sp>
        <p:nvSpPr>
          <p:cNvPr id="578" name="Google Shape;578;p29"/>
          <p:cNvSpPr txBox="1"/>
          <p:nvPr/>
        </p:nvSpPr>
        <p:spPr>
          <a:xfrm>
            <a:off x="9031706" y="5646821"/>
            <a:ext cx="271215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Task= question and answer</a:t>
            </a:r>
            <a:endParaRPr/>
          </a:p>
        </p:txBody>
      </p:sp>
      <p:sp>
        <p:nvSpPr>
          <p:cNvPr id="2" name="Google Shape;534;p28">
            <a:extLst>
              <a:ext uri="{FF2B5EF4-FFF2-40B4-BE49-F238E27FC236}">
                <a16:creationId xmlns:a16="http://schemas.microsoft.com/office/drawing/2014/main" id="{C8192949-2CC4-C574-4CC6-339FA0A19C6D}"/>
              </a:ext>
            </a:extLst>
          </p:cNvPr>
          <p:cNvSpPr txBox="1"/>
          <p:nvPr/>
        </p:nvSpPr>
        <p:spPr>
          <a:xfrm>
            <a:off x="7966954" y="4761787"/>
            <a:ext cx="64633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Gill Sans"/>
                <a:ea typeface="Gill Sans"/>
                <a:cs typeface="Gill Sans"/>
                <a:sym typeface="Gill Sans"/>
              </a:rPr>
              <a:t>1245</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956C5C09-0043-4549-B800-2101B70D6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A87B9B-017C-DD1C-811A-C6E6B46A18CF}"/>
              </a:ext>
            </a:extLst>
          </p:cNvPr>
          <p:cNvSpPr>
            <a:spLocks noGrp="1"/>
          </p:cNvSpPr>
          <p:nvPr>
            <p:ph type="title"/>
          </p:nvPr>
        </p:nvSpPr>
        <p:spPr>
          <a:xfrm>
            <a:off x="6699869" y="978407"/>
            <a:ext cx="4983480" cy="3976380"/>
          </a:xfrm>
        </p:spPr>
        <p:txBody>
          <a:bodyPr vert="horz" lIns="91440" tIns="45720" rIns="91440" bIns="45720" rtlCol="0" anchor="t">
            <a:normAutofit/>
          </a:bodyPr>
          <a:lstStyle/>
          <a:p>
            <a:r>
              <a:rPr lang="en-US" sz="6000"/>
              <a:t>Peek inside GPT</a:t>
            </a:r>
          </a:p>
        </p:txBody>
      </p:sp>
      <p:pic>
        <p:nvPicPr>
          <p:cNvPr id="5" name="Picture 4" descr="A diagram of a software algorithm&#10;&#10;AI-generated content may be incorrect.">
            <a:extLst>
              <a:ext uri="{FF2B5EF4-FFF2-40B4-BE49-F238E27FC236}">
                <a16:creationId xmlns:a16="http://schemas.microsoft.com/office/drawing/2014/main" id="{5C192299-4727-D920-6A25-C366AE02E893}"/>
              </a:ext>
            </a:extLst>
          </p:cNvPr>
          <p:cNvPicPr>
            <a:picLocks noChangeAspect="1"/>
          </p:cNvPicPr>
          <p:nvPr/>
        </p:nvPicPr>
        <p:blipFill>
          <a:blip r:embed="rId2"/>
          <a:srcRect t="15371" r="2" b="2"/>
          <a:stretch>
            <a:fillRect/>
          </a:stretch>
        </p:blipFill>
        <p:spPr>
          <a:xfrm>
            <a:off x="525664" y="508090"/>
            <a:ext cx="5570336" cy="5837913"/>
          </a:xfrm>
          <a:prstGeom prst="rect">
            <a:avLst/>
          </a:prstGeom>
        </p:spPr>
      </p:pic>
      <p:sp>
        <p:nvSpPr>
          <p:cNvPr id="16" name="Rectangle 15">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3493" y="508090"/>
            <a:ext cx="4983481"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664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A6134C-BF74-45A4-9CAE-D7F3D69E1234}"/>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sz="4800">
                <a:solidFill>
                  <a:schemeClr val="tx2"/>
                </a:solidFill>
              </a:rPr>
              <a:t>Simplified GPT model</a:t>
            </a:r>
          </a:p>
        </p:txBody>
      </p:sp>
      <p:sp>
        <p:nvSpPr>
          <p:cNvPr id="16" name="Rectangle 15">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process&#10;&#10;AI-generated content may be incorrect.">
            <a:extLst>
              <a:ext uri="{FF2B5EF4-FFF2-40B4-BE49-F238E27FC236}">
                <a16:creationId xmlns:a16="http://schemas.microsoft.com/office/drawing/2014/main" id="{0D3719B0-3BA3-3F0B-7B12-DEC3F7FB508C}"/>
              </a:ext>
            </a:extLst>
          </p:cNvPr>
          <p:cNvPicPr>
            <a:picLocks noChangeAspect="1"/>
          </p:cNvPicPr>
          <p:nvPr/>
        </p:nvPicPr>
        <p:blipFill>
          <a:blip r:embed="rId2"/>
          <a:stretch>
            <a:fillRect/>
          </a:stretch>
        </p:blipFill>
        <p:spPr>
          <a:xfrm>
            <a:off x="4652067" y="657369"/>
            <a:ext cx="6599024" cy="5642166"/>
          </a:xfrm>
          <a:prstGeom prst="rect">
            <a:avLst/>
          </a:prstGeom>
        </p:spPr>
      </p:pic>
      <p:sp>
        <p:nvSpPr>
          <p:cNvPr id="18" name="Rectangle 17">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8579349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Rectangle 22">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096606-7860-86D4-F9EB-725C34706BE0}"/>
              </a:ext>
            </a:extLst>
          </p:cNvPr>
          <p:cNvSpPr>
            <a:spLocks noGrp="1"/>
          </p:cNvSpPr>
          <p:nvPr>
            <p:ph type="title"/>
          </p:nvPr>
        </p:nvSpPr>
        <p:spPr>
          <a:xfrm>
            <a:off x="521208" y="978408"/>
            <a:ext cx="3397649" cy="3303764"/>
          </a:xfrm>
        </p:spPr>
        <p:txBody>
          <a:bodyPr vert="horz" lIns="91440" tIns="45720" rIns="91440" bIns="45720" rtlCol="0" anchor="t">
            <a:normAutofit/>
          </a:bodyPr>
          <a:lstStyle/>
          <a:p>
            <a:r>
              <a:rPr lang="en-US" sz="4800"/>
              <a:t>Training datasets</a:t>
            </a:r>
          </a:p>
        </p:txBody>
      </p:sp>
      <p:sp>
        <p:nvSpPr>
          <p:cNvPr id="25" name="Freeform: Shape 24">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descr="A table with text and numbers&#10;&#10;AI-generated content may be incorrect.">
            <a:extLst>
              <a:ext uri="{FF2B5EF4-FFF2-40B4-BE49-F238E27FC236}">
                <a16:creationId xmlns:a16="http://schemas.microsoft.com/office/drawing/2014/main" id="{CBAB5F15-5977-5961-7EAF-6CE86BAC6762}"/>
              </a:ext>
            </a:extLst>
          </p:cNvPr>
          <p:cNvPicPr>
            <a:picLocks noGrp="1" noChangeAspect="1"/>
          </p:cNvPicPr>
          <p:nvPr>
            <p:ph idx="1"/>
          </p:nvPr>
        </p:nvPicPr>
        <p:blipFill>
          <a:blip r:embed="rId2"/>
          <a:stretch>
            <a:fillRect/>
          </a:stretch>
        </p:blipFill>
        <p:spPr>
          <a:xfrm>
            <a:off x="4119154" y="965741"/>
            <a:ext cx="7551931" cy="4153561"/>
          </a:xfrm>
          <a:prstGeom prst="rect">
            <a:avLst/>
          </a:prstGeom>
        </p:spPr>
      </p:pic>
    </p:spTree>
    <p:extLst>
      <p:ext uri="{BB962C8B-B14F-4D97-AF65-F5344CB8AC3E}">
        <p14:creationId xmlns:p14="http://schemas.microsoft.com/office/powerpoint/2010/main" val="478502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22EF5CA-8CF8-0967-41BD-4AC30566C99D}"/>
              </a:ext>
            </a:extLst>
          </p:cNvPr>
          <p:cNvSpPr>
            <a:spLocks noGrp="1"/>
          </p:cNvSpPr>
          <p:nvPr>
            <p:ph type="title"/>
          </p:nvPr>
        </p:nvSpPr>
        <p:spPr>
          <a:xfrm>
            <a:off x="517869" y="978409"/>
            <a:ext cx="6126480" cy="1643880"/>
          </a:xfrm>
        </p:spPr>
        <p:txBody>
          <a:bodyPr vert="horz" lIns="91440" tIns="45720" rIns="91440" bIns="45720" rtlCol="0" anchor="t">
            <a:normAutofit/>
          </a:bodyPr>
          <a:lstStyle/>
          <a:p>
            <a:r>
              <a:rPr lang="en-US" sz="4800"/>
              <a:t>GPT3 Variants</a:t>
            </a:r>
          </a:p>
        </p:txBody>
      </p:sp>
      <p:sp>
        <p:nvSpPr>
          <p:cNvPr id="16" name="Rectangle 15">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4C7F386-A972-9ED7-C153-F0E509682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8379" y="610900"/>
            <a:ext cx="393922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table with numbers and numbers&#10;&#10;AI-generated content may be incorrect.">
            <a:extLst>
              <a:ext uri="{FF2B5EF4-FFF2-40B4-BE49-F238E27FC236}">
                <a16:creationId xmlns:a16="http://schemas.microsoft.com/office/drawing/2014/main" id="{67150669-572E-A919-B73A-4AEDA0E96ED4}"/>
              </a:ext>
            </a:extLst>
          </p:cNvPr>
          <p:cNvPicPr>
            <a:picLocks noChangeAspect="1"/>
          </p:cNvPicPr>
          <p:nvPr/>
        </p:nvPicPr>
        <p:blipFill>
          <a:blip r:embed="rId2"/>
          <a:srcRect l="6544" r="2447" b="-1"/>
          <a:stretch>
            <a:fillRect/>
          </a:stretch>
        </p:blipFill>
        <p:spPr>
          <a:xfrm>
            <a:off x="517871" y="2867025"/>
            <a:ext cx="11185082" cy="3471974"/>
          </a:xfrm>
          <a:prstGeom prst="rect">
            <a:avLst/>
          </a:prstGeom>
        </p:spPr>
      </p:pic>
    </p:spTree>
    <p:extLst>
      <p:ext uri="{BB962C8B-B14F-4D97-AF65-F5344CB8AC3E}">
        <p14:creationId xmlns:p14="http://schemas.microsoft.com/office/powerpoint/2010/main" val="17273062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3200"/>
              <a:buFont typeface="Gill Sans"/>
              <a:buNone/>
            </a:pPr>
            <a:r>
              <a:rPr lang="en-US" dirty="0"/>
              <a:t>Tasks play a key role in model structure</a:t>
            </a:r>
            <a:endParaRPr dirty="0"/>
          </a:p>
        </p:txBody>
      </p:sp>
      <p:pic>
        <p:nvPicPr>
          <p:cNvPr id="584" name="Google Shape;584;p30" descr="A diagram of text classification&#10;&#10;AI-generated content may be incorrect."/>
          <p:cNvPicPr preferRelativeResize="0">
            <a:picLocks noGrp="1"/>
          </p:cNvPicPr>
          <p:nvPr>
            <p:ph type="body" idx="1"/>
          </p:nvPr>
        </p:nvPicPr>
        <p:blipFill rotWithShape="1">
          <a:blip r:embed="rId3" cstate="screen">
            <a:alphaModFix/>
            <a:extLst>
              <a:ext uri="{28A0092B-C50C-407E-A947-70E740481C1C}">
                <a14:useLocalDpi xmlns:a14="http://schemas.microsoft.com/office/drawing/2010/main"/>
              </a:ext>
            </a:extLst>
          </a:blip>
          <a:srcRect/>
          <a:stretch/>
        </p:blipFill>
        <p:spPr>
          <a:xfrm>
            <a:off x="3493452" y="2016125"/>
            <a:ext cx="5519420" cy="344963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E2417-E338-622C-D29C-4FDFD8265C0F}"/>
              </a:ext>
            </a:extLst>
          </p:cNvPr>
          <p:cNvSpPr>
            <a:spLocks noGrp="1"/>
          </p:cNvSpPr>
          <p:nvPr>
            <p:ph type="title"/>
          </p:nvPr>
        </p:nvSpPr>
        <p:spPr/>
        <p:txBody>
          <a:bodyPr/>
          <a:lstStyle/>
          <a:p>
            <a:r>
              <a:rPr lang="en-US" dirty="0"/>
              <a:t>Text Classification</a:t>
            </a:r>
          </a:p>
        </p:txBody>
      </p:sp>
      <p:sp>
        <p:nvSpPr>
          <p:cNvPr id="3" name="Content Placeholder 2">
            <a:extLst>
              <a:ext uri="{FF2B5EF4-FFF2-40B4-BE49-F238E27FC236}">
                <a16:creationId xmlns:a16="http://schemas.microsoft.com/office/drawing/2014/main" id="{6D50F3CA-CDFD-BABD-E693-BE16903FACD0}"/>
              </a:ext>
            </a:extLst>
          </p:cNvPr>
          <p:cNvSpPr>
            <a:spLocks noGrp="1"/>
          </p:cNvSpPr>
          <p:nvPr>
            <p:ph idx="1"/>
          </p:nvPr>
        </p:nvSpPr>
        <p:spPr>
          <a:xfrm>
            <a:off x="518160" y="1922048"/>
            <a:ext cx="11155680" cy="4700165"/>
          </a:xfrm>
        </p:spPr>
        <p:txBody>
          <a:bodyPr>
            <a:normAutofit lnSpcReduction="10000"/>
          </a:bodyPr>
          <a:lstStyle/>
          <a:p>
            <a:r>
              <a:rPr lang="en-US" sz="2400" dirty="0"/>
              <a:t>Text classification is a supervised learning task in Natural Language Processing (NLP) that involves automatically assigning predefined categories or labels to open-ended text. It is one of the most fundamental tasks used to organize, structure, and filter data.</a:t>
            </a:r>
          </a:p>
          <a:p>
            <a:r>
              <a:rPr lang="en-US" sz="2400" b="1" dirty="0"/>
              <a:t>Common Use Cases</a:t>
            </a:r>
          </a:p>
          <a:p>
            <a:pPr lvl="1"/>
            <a:r>
              <a:rPr lang="en-US" sz="2200" b="1" dirty="0"/>
              <a:t>Sentiment Analysis:</a:t>
            </a:r>
            <a:r>
              <a:rPr lang="en-US" sz="2200" dirty="0"/>
              <a:t> Identifying the emotion behind a text (e.g., Positive, Negative, Neutral).</a:t>
            </a:r>
          </a:p>
          <a:p>
            <a:pPr lvl="1"/>
            <a:r>
              <a:rPr lang="en-US" sz="2200" b="1" dirty="0"/>
              <a:t>Spam Detection:</a:t>
            </a:r>
            <a:r>
              <a:rPr lang="en-US" sz="2200" dirty="0"/>
              <a:t> Filtering emails into "Spam" or "Ham."</a:t>
            </a:r>
          </a:p>
          <a:p>
            <a:pPr lvl="1"/>
            <a:r>
              <a:rPr lang="en-US" sz="2200" b="1" dirty="0"/>
              <a:t>Topic Labeling:</a:t>
            </a:r>
            <a:r>
              <a:rPr lang="en-US" sz="2200" dirty="0"/>
              <a:t> Categorizing news articles into sections like "Sports," "Politics," or "Tech."</a:t>
            </a:r>
          </a:p>
          <a:p>
            <a:pPr lvl="1"/>
            <a:r>
              <a:rPr lang="en-US" sz="2200" b="1" dirty="0"/>
              <a:t>Intent Detection:</a:t>
            </a:r>
            <a:r>
              <a:rPr lang="en-US" sz="2200" dirty="0"/>
              <a:t> Recognizing the goal of a user in a chatbot (e.g., "Book a flight," "Check balance").</a:t>
            </a:r>
          </a:p>
        </p:txBody>
      </p:sp>
    </p:spTree>
    <p:extLst>
      <p:ext uri="{BB962C8B-B14F-4D97-AF65-F5344CB8AC3E}">
        <p14:creationId xmlns:p14="http://schemas.microsoft.com/office/powerpoint/2010/main" val="35399314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E5CD-42B7-611D-CFC0-68A7B1D60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FBCF4-BDC7-F67A-6717-E3817C169EF2}"/>
              </a:ext>
            </a:extLst>
          </p:cNvPr>
          <p:cNvSpPr>
            <a:spLocks noGrp="1"/>
          </p:cNvSpPr>
          <p:nvPr>
            <p:ph type="title"/>
          </p:nvPr>
        </p:nvSpPr>
        <p:spPr/>
        <p:txBody>
          <a:bodyPr/>
          <a:lstStyle/>
          <a:p>
            <a:r>
              <a:rPr lang="en-US" dirty="0"/>
              <a:t>Text generation</a:t>
            </a:r>
          </a:p>
        </p:txBody>
      </p:sp>
      <p:sp>
        <p:nvSpPr>
          <p:cNvPr id="3" name="Content Placeholder 2">
            <a:extLst>
              <a:ext uri="{FF2B5EF4-FFF2-40B4-BE49-F238E27FC236}">
                <a16:creationId xmlns:a16="http://schemas.microsoft.com/office/drawing/2014/main" id="{5E8CD1BD-CAAA-9786-EC0A-2362086377E2}"/>
              </a:ext>
            </a:extLst>
          </p:cNvPr>
          <p:cNvSpPr>
            <a:spLocks noGrp="1"/>
          </p:cNvSpPr>
          <p:nvPr>
            <p:ph idx="1"/>
          </p:nvPr>
        </p:nvSpPr>
        <p:spPr>
          <a:xfrm>
            <a:off x="518160" y="1922048"/>
            <a:ext cx="11155680" cy="4700165"/>
          </a:xfrm>
        </p:spPr>
        <p:txBody>
          <a:bodyPr>
            <a:normAutofit fontScale="92500"/>
          </a:bodyPr>
          <a:lstStyle/>
          <a:p>
            <a:r>
              <a:rPr lang="en-US" sz="2800" dirty="0"/>
              <a:t>Text generation is a generative AI task that involves producing new, coherent, and contextually relevant sequences of text. Unlike classification (which predicts a label), generation models predict the next most likely token (word or character) based on a given prompt or input.</a:t>
            </a:r>
          </a:p>
          <a:p>
            <a:r>
              <a:rPr lang="en-US" sz="2800" b="1" dirty="0"/>
              <a:t>Common Use Cases</a:t>
            </a:r>
          </a:p>
          <a:p>
            <a:pPr lvl="1"/>
            <a:r>
              <a:rPr lang="en-US" sz="2400" b="1" dirty="0"/>
              <a:t>Creative Writing:</a:t>
            </a:r>
            <a:r>
              <a:rPr lang="en-US" sz="2400" dirty="0"/>
              <a:t> Generating stories, poems, or song lyrics.</a:t>
            </a:r>
          </a:p>
          <a:p>
            <a:pPr lvl="1"/>
            <a:r>
              <a:rPr lang="en-US" sz="2400" b="1" dirty="0"/>
              <a:t>Code Generation:</a:t>
            </a:r>
            <a:r>
              <a:rPr lang="en-US" sz="2400" dirty="0"/>
              <a:t> Assisting developers by writing or debugging snippets (e.g., GitHub Copilot).</a:t>
            </a:r>
          </a:p>
          <a:p>
            <a:pPr lvl="1"/>
            <a:r>
              <a:rPr lang="en-US" sz="2400" b="1" dirty="0"/>
              <a:t>Conversational AI:</a:t>
            </a:r>
            <a:r>
              <a:rPr lang="en-US" sz="2400" dirty="0"/>
              <a:t> Powering chatbots and virtual assistants like Gemini or ChatGPT.</a:t>
            </a:r>
          </a:p>
          <a:p>
            <a:endParaRPr lang="en-US" sz="2800" dirty="0"/>
          </a:p>
          <a:p>
            <a:endParaRPr lang="en-US" sz="2800" dirty="0"/>
          </a:p>
        </p:txBody>
      </p:sp>
    </p:spTree>
    <p:extLst>
      <p:ext uri="{BB962C8B-B14F-4D97-AF65-F5344CB8AC3E}">
        <p14:creationId xmlns:p14="http://schemas.microsoft.com/office/powerpoint/2010/main" val="36923867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46825-415D-A456-4781-81464A72EF9E}"/>
              </a:ext>
            </a:extLst>
          </p:cNvPr>
          <p:cNvSpPr>
            <a:spLocks noGrp="1"/>
          </p:cNvSpPr>
          <p:nvPr>
            <p:ph type="title"/>
          </p:nvPr>
        </p:nvSpPr>
        <p:spPr/>
        <p:txBody>
          <a:bodyPr/>
          <a:lstStyle/>
          <a:p>
            <a:r>
              <a:rPr lang="en-US" dirty="0"/>
              <a:t>Text generation challenges</a:t>
            </a:r>
          </a:p>
        </p:txBody>
      </p:sp>
      <p:sp>
        <p:nvSpPr>
          <p:cNvPr id="3" name="Content Placeholder 2">
            <a:extLst>
              <a:ext uri="{FF2B5EF4-FFF2-40B4-BE49-F238E27FC236}">
                <a16:creationId xmlns:a16="http://schemas.microsoft.com/office/drawing/2014/main" id="{A03E1599-AB6B-E2A1-13AC-C4F4B2E53E57}"/>
              </a:ext>
            </a:extLst>
          </p:cNvPr>
          <p:cNvSpPr>
            <a:spLocks noGrp="1"/>
          </p:cNvSpPr>
          <p:nvPr>
            <p:ph idx="1"/>
          </p:nvPr>
        </p:nvSpPr>
        <p:spPr/>
        <p:txBody>
          <a:bodyPr/>
          <a:lstStyle/>
          <a:p>
            <a:r>
              <a:rPr lang="en-US" b="1" dirty="0"/>
              <a:t>Hallucination:</a:t>
            </a:r>
            <a:r>
              <a:rPr lang="en-US" dirty="0"/>
              <a:t> The model may generate facts that sound confident but are factually incorrect.</a:t>
            </a:r>
          </a:p>
          <a:p>
            <a:r>
              <a:rPr lang="en-US" b="1" dirty="0"/>
              <a:t>Repetition:</a:t>
            </a:r>
            <a:r>
              <a:rPr lang="en-US" dirty="0"/>
              <a:t> Models can sometimes get stuck in a loop, repeating the same phrases.</a:t>
            </a:r>
          </a:p>
          <a:p>
            <a:r>
              <a:rPr lang="en-US" b="1" dirty="0"/>
              <a:t>Coherence:</a:t>
            </a:r>
            <a:r>
              <a:rPr lang="en-US" dirty="0"/>
              <a:t> Maintaining a logical thread over very long passages of text.</a:t>
            </a:r>
          </a:p>
          <a:p>
            <a:endParaRPr lang="en-US" dirty="0"/>
          </a:p>
        </p:txBody>
      </p:sp>
    </p:spTree>
    <p:extLst>
      <p:ext uri="{BB962C8B-B14F-4D97-AF65-F5344CB8AC3E}">
        <p14:creationId xmlns:p14="http://schemas.microsoft.com/office/powerpoint/2010/main" val="1235528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104A-3117-AF4B-7A72-AAA87C661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CEEA2-E973-EE22-7E81-33FB2EC2CB8E}"/>
              </a:ext>
            </a:extLst>
          </p:cNvPr>
          <p:cNvSpPr>
            <a:spLocks noGrp="1"/>
          </p:cNvSpPr>
          <p:nvPr>
            <p:ph type="title"/>
          </p:nvPr>
        </p:nvSpPr>
        <p:spPr/>
        <p:txBody>
          <a:bodyPr/>
          <a:lstStyle/>
          <a:p>
            <a:r>
              <a:rPr lang="en-US" dirty="0"/>
              <a:t>Text summarization</a:t>
            </a:r>
          </a:p>
        </p:txBody>
      </p:sp>
      <p:sp>
        <p:nvSpPr>
          <p:cNvPr id="3" name="Content Placeholder 2">
            <a:extLst>
              <a:ext uri="{FF2B5EF4-FFF2-40B4-BE49-F238E27FC236}">
                <a16:creationId xmlns:a16="http://schemas.microsoft.com/office/drawing/2014/main" id="{2B9E8581-E9A7-06A4-3E98-9E7EB4ACD065}"/>
              </a:ext>
            </a:extLst>
          </p:cNvPr>
          <p:cNvSpPr>
            <a:spLocks noGrp="1"/>
          </p:cNvSpPr>
          <p:nvPr>
            <p:ph idx="1"/>
          </p:nvPr>
        </p:nvSpPr>
        <p:spPr>
          <a:xfrm>
            <a:off x="518160" y="1492624"/>
            <a:ext cx="11155680" cy="5129589"/>
          </a:xfrm>
        </p:spPr>
        <p:txBody>
          <a:bodyPr>
            <a:normAutofit/>
          </a:bodyPr>
          <a:lstStyle/>
          <a:p>
            <a:r>
              <a:rPr lang="en-US" sz="2400" dirty="0"/>
              <a:t>Text summarization is the NLP task of shortening a long document into a concise version while retaining its core meaning and key information. In the era of "information overload," this task is critical for making large volumes of data digestible for human readers and downstream AI processes.</a:t>
            </a:r>
          </a:p>
          <a:p>
            <a:r>
              <a:rPr lang="en-US" sz="2400" b="1" dirty="0"/>
              <a:t>Common Use Cases</a:t>
            </a:r>
          </a:p>
          <a:p>
            <a:pPr lvl="1"/>
            <a:r>
              <a:rPr lang="en-US" sz="2000" b="1" dirty="0"/>
              <a:t>Legal &amp; Compliance: </a:t>
            </a:r>
            <a:r>
              <a:rPr lang="en-US" sz="2000" dirty="0"/>
              <a:t>Reducing document review time by up to 70% by summarizing contracts and case law.</a:t>
            </a:r>
          </a:p>
          <a:p>
            <a:pPr lvl="1"/>
            <a:r>
              <a:rPr lang="en-US" sz="2000" b="1" dirty="0"/>
              <a:t>Medical Informatics: </a:t>
            </a:r>
            <a:r>
              <a:rPr lang="en-US" sz="2000" dirty="0"/>
              <a:t>Distilling patient histories and clinical notes for faster physician review.</a:t>
            </a:r>
          </a:p>
          <a:p>
            <a:pPr lvl="1"/>
            <a:r>
              <a:rPr lang="en-US" sz="2000" b="1" dirty="0"/>
              <a:t>Recursive Context: </a:t>
            </a:r>
            <a:r>
              <a:rPr lang="en-US" sz="2000" dirty="0"/>
              <a:t>Modern LLMs use "context compression" to summarize previous parts of a long conversation, preventing "context rot" in long sessions.</a:t>
            </a:r>
          </a:p>
          <a:p>
            <a:pPr lvl="1"/>
            <a:r>
              <a:rPr lang="en-US" sz="2000" b="1" dirty="0"/>
              <a:t>News Aggregation: </a:t>
            </a:r>
            <a:r>
              <a:rPr lang="en-US" sz="2000" dirty="0"/>
              <a:t>Generating snippets for news feeds and newsletters.</a:t>
            </a:r>
          </a:p>
        </p:txBody>
      </p:sp>
    </p:spTree>
    <p:extLst>
      <p:ext uri="{BB962C8B-B14F-4D97-AF65-F5344CB8AC3E}">
        <p14:creationId xmlns:p14="http://schemas.microsoft.com/office/powerpoint/2010/main" val="1822449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AC07E-585C-9399-9175-24531BE02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9C459-7965-D059-7AB1-4BB3948D480E}"/>
              </a:ext>
            </a:extLst>
          </p:cNvPr>
          <p:cNvSpPr>
            <a:spLocks noGrp="1"/>
          </p:cNvSpPr>
          <p:nvPr>
            <p:ph type="title"/>
          </p:nvPr>
        </p:nvSpPr>
        <p:spPr/>
        <p:txBody>
          <a:bodyPr/>
          <a:lstStyle/>
          <a:p>
            <a:r>
              <a:rPr lang="en-US" dirty="0"/>
              <a:t>Named entity recognition</a:t>
            </a:r>
          </a:p>
        </p:txBody>
      </p:sp>
      <p:sp>
        <p:nvSpPr>
          <p:cNvPr id="3" name="Content Placeholder 2">
            <a:extLst>
              <a:ext uri="{FF2B5EF4-FFF2-40B4-BE49-F238E27FC236}">
                <a16:creationId xmlns:a16="http://schemas.microsoft.com/office/drawing/2014/main" id="{CF8C92A1-9B08-DCBE-7556-2F2AA9412ACF}"/>
              </a:ext>
            </a:extLst>
          </p:cNvPr>
          <p:cNvSpPr>
            <a:spLocks noGrp="1"/>
          </p:cNvSpPr>
          <p:nvPr>
            <p:ph idx="1"/>
          </p:nvPr>
        </p:nvSpPr>
        <p:spPr>
          <a:xfrm>
            <a:off x="518160" y="1492624"/>
            <a:ext cx="11155680" cy="5129589"/>
          </a:xfrm>
        </p:spPr>
        <p:txBody>
          <a:bodyPr>
            <a:normAutofit fontScale="85000" lnSpcReduction="10000"/>
          </a:bodyPr>
          <a:lstStyle/>
          <a:p>
            <a:r>
              <a:rPr lang="en-US" dirty="0"/>
              <a:t>Named Entity Recognition (NER) is a subtask of Information Extraction that involves identifying and categorizing key entities within a text into predefined classes. It transforms unstructured text into structured data by pinpointing "who," "where," and "what."</a:t>
            </a:r>
          </a:p>
          <a:p>
            <a:r>
              <a:rPr lang="en-US" dirty="0"/>
              <a:t>Core Entity Categories</a:t>
            </a:r>
          </a:p>
          <a:p>
            <a:r>
              <a:rPr lang="en-US" dirty="0"/>
              <a:t>Most NER systems are trained to recognize standard categories, though they can be customized for specific industries:</a:t>
            </a:r>
          </a:p>
          <a:p>
            <a:pPr lvl="1"/>
            <a:r>
              <a:rPr lang="en-US" dirty="0"/>
              <a:t>PERSON: Names of people (e.g., Marie Curie, Sundar Pichai).</a:t>
            </a:r>
          </a:p>
          <a:p>
            <a:pPr lvl="1"/>
            <a:r>
              <a:rPr lang="en-US" dirty="0"/>
              <a:t>ORG (Organization): Companies, agencies, or institutions (e.g., Google, United Nations).</a:t>
            </a:r>
          </a:p>
          <a:p>
            <a:pPr lvl="1"/>
            <a:r>
              <a:rPr lang="en-US" dirty="0"/>
              <a:t>GPE/LOC (Location): Countries, cities, or geographic features (e.g., Tokyo, Mount Everest).</a:t>
            </a:r>
          </a:p>
          <a:p>
            <a:pPr lvl="1"/>
            <a:r>
              <a:rPr lang="en-US" dirty="0"/>
              <a:t>DATE/TIME: Specific dates or time periods (e.g., January 1st, 2026).</a:t>
            </a:r>
          </a:p>
          <a:p>
            <a:pPr lvl="1"/>
            <a:r>
              <a:rPr lang="en-US" dirty="0"/>
              <a:t>MONEY/PERCENT: Monetary values and percentages.</a:t>
            </a:r>
          </a:p>
          <a:p>
            <a:r>
              <a:rPr lang="en-US" b="1" dirty="0"/>
              <a:t>The Mechanism: Sequence Labeling</a:t>
            </a:r>
          </a:p>
          <a:p>
            <a:r>
              <a:rPr lang="en-US" dirty="0"/>
              <a:t>NER is treated as a </a:t>
            </a:r>
            <a:r>
              <a:rPr lang="en-US" b="1" dirty="0"/>
              <a:t>sequence labeling</a:t>
            </a:r>
            <a:r>
              <a:rPr lang="en-US" dirty="0"/>
              <a:t> problem, typically using the </a:t>
            </a:r>
            <a:r>
              <a:rPr lang="en-US" b="1" dirty="0"/>
              <a:t>BIO tagging</a:t>
            </a:r>
            <a:r>
              <a:rPr lang="en-US" dirty="0"/>
              <a:t> scheme:</a:t>
            </a:r>
          </a:p>
          <a:p>
            <a:pPr lvl="1"/>
            <a:r>
              <a:rPr lang="en-US" b="1" dirty="0"/>
              <a:t>B- (Beginning):</a:t>
            </a:r>
            <a:r>
              <a:rPr lang="en-US" dirty="0"/>
              <a:t> The first word of an entity.</a:t>
            </a:r>
          </a:p>
          <a:p>
            <a:pPr lvl="1"/>
            <a:r>
              <a:rPr lang="en-US" b="1" dirty="0"/>
              <a:t>I- (Inside):</a:t>
            </a:r>
            <a:r>
              <a:rPr lang="en-US" dirty="0"/>
              <a:t> Subsequent words of the same entity.</a:t>
            </a:r>
          </a:p>
          <a:p>
            <a:pPr lvl="1"/>
            <a:r>
              <a:rPr lang="en-US" b="1" dirty="0"/>
              <a:t>O (Outside):</a:t>
            </a:r>
            <a:r>
              <a:rPr lang="en-US" dirty="0"/>
              <a:t> Words that do not belong to any entity.</a:t>
            </a:r>
          </a:p>
          <a:p>
            <a:pPr lvl="1"/>
            <a:r>
              <a:rPr lang="en-US" b="1" dirty="0"/>
              <a:t>Example:</a:t>
            </a:r>
            <a:r>
              <a:rPr lang="en-US" dirty="0"/>
              <a:t> "Apple is based in Cupertino."</a:t>
            </a:r>
          </a:p>
          <a:p>
            <a:r>
              <a:rPr lang="en-US" i="1" dirty="0"/>
              <a:t>Apple</a:t>
            </a:r>
            <a:r>
              <a:rPr lang="en-US" dirty="0"/>
              <a:t> (B-ORG) | </a:t>
            </a:r>
            <a:r>
              <a:rPr lang="en-US" i="1" dirty="0"/>
              <a:t>is</a:t>
            </a:r>
            <a:r>
              <a:rPr lang="en-US" dirty="0"/>
              <a:t> (O) | </a:t>
            </a:r>
            <a:r>
              <a:rPr lang="en-US" i="1" dirty="0"/>
              <a:t>based</a:t>
            </a:r>
            <a:r>
              <a:rPr lang="en-US" dirty="0"/>
              <a:t> (O) | </a:t>
            </a:r>
            <a:r>
              <a:rPr lang="en-US" i="1" dirty="0"/>
              <a:t>in</a:t>
            </a:r>
            <a:r>
              <a:rPr lang="en-US" dirty="0"/>
              <a:t> (O) | </a:t>
            </a:r>
            <a:r>
              <a:rPr lang="en-US" i="1" dirty="0"/>
              <a:t>Cupertino</a:t>
            </a:r>
            <a:r>
              <a:rPr lang="en-US" dirty="0"/>
              <a:t> (B-GPE).</a:t>
            </a:r>
          </a:p>
          <a:p>
            <a:endParaRPr lang="en-US" dirty="0"/>
          </a:p>
        </p:txBody>
      </p:sp>
    </p:spTree>
    <p:extLst>
      <p:ext uri="{BB962C8B-B14F-4D97-AF65-F5344CB8AC3E}">
        <p14:creationId xmlns:p14="http://schemas.microsoft.com/office/powerpoint/2010/main" val="33456984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22">
          <a:extLst>
            <a:ext uri="{FF2B5EF4-FFF2-40B4-BE49-F238E27FC236}">
              <a16:creationId xmlns:a16="http://schemas.microsoft.com/office/drawing/2014/main" id="{38DF1151-969B-0EAC-D669-4B88F481FF6E}"/>
            </a:ext>
          </a:extLst>
        </p:cNvPr>
        <p:cNvGrpSpPr/>
        <p:nvPr/>
      </p:nvGrpSpPr>
      <p:grpSpPr>
        <a:xfrm>
          <a:off x="0" y="0"/>
          <a:ext cx="0" cy="0"/>
          <a:chOff x="0" y="0"/>
          <a:chExt cx="0" cy="0"/>
        </a:xfrm>
      </p:grpSpPr>
      <p:sp>
        <p:nvSpPr>
          <p:cNvPr id="823" name="Google Shape;823;p65">
            <a:extLst>
              <a:ext uri="{FF2B5EF4-FFF2-40B4-BE49-F238E27FC236}">
                <a16:creationId xmlns:a16="http://schemas.microsoft.com/office/drawing/2014/main" id="{EB279864-D4F8-2544-13E0-2F96B5FC0271}"/>
              </a:ext>
            </a:extLst>
          </p:cNvPr>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fontScale="90000"/>
          </a:bodyPr>
          <a:lstStyle/>
          <a:p>
            <a:pPr marL="0" lvl="0" indent="0" algn="l" rtl="0">
              <a:lnSpc>
                <a:spcPct val="90000"/>
              </a:lnSpc>
              <a:spcBef>
                <a:spcPts val="0"/>
              </a:spcBef>
              <a:spcAft>
                <a:spcPts val="0"/>
              </a:spcAft>
              <a:buClr>
                <a:schemeClr val="dk1"/>
              </a:buClr>
              <a:buSzPts val="6600"/>
              <a:buFont typeface="Gill Sans"/>
              <a:buNone/>
            </a:pPr>
            <a:r>
              <a:rPr lang="en-US" dirty="0"/>
              <a:t>Building practical language applications </a:t>
            </a:r>
            <a:endParaRPr dirty="0"/>
          </a:p>
        </p:txBody>
      </p:sp>
      <p:sp>
        <p:nvSpPr>
          <p:cNvPr id="824" name="Google Shape;824;p65">
            <a:extLst>
              <a:ext uri="{FF2B5EF4-FFF2-40B4-BE49-F238E27FC236}">
                <a16:creationId xmlns:a16="http://schemas.microsoft.com/office/drawing/2014/main" id="{C7F09AC1-FC1B-9D24-EA20-68BBCD34561B}"/>
              </a:ext>
            </a:extLst>
          </p:cNvPr>
          <p:cNvSpPr txBox="1">
            <a:spLocks noGrp="1"/>
          </p:cNvSpPr>
          <p:nvPr>
            <p:ph type="subTitle" idx="1"/>
          </p:nvPr>
        </p:nvSpPr>
        <p:spPr>
          <a:xfrm>
            <a:off x="2417780" y="3531204"/>
            <a:ext cx="8637072" cy="977621"/>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20000"/>
              </a:lnSpc>
              <a:spcBef>
                <a:spcPts val="0"/>
              </a:spcBef>
              <a:spcAft>
                <a:spcPts val="0"/>
              </a:spcAft>
              <a:buSzPts val="1800"/>
              <a:buNone/>
            </a:pPr>
            <a:r>
              <a:rPr lang="en-US" dirty="0"/>
              <a:t>Application requirements, problem statement, analysis, prompt engineering, testing, iterate</a:t>
            </a:r>
            <a:endParaRPr dirty="0"/>
          </a:p>
        </p:txBody>
      </p:sp>
    </p:spTree>
    <p:extLst>
      <p:ext uri="{BB962C8B-B14F-4D97-AF65-F5344CB8AC3E}">
        <p14:creationId xmlns:p14="http://schemas.microsoft.com/office/powerpoint/2010/main" val="3807001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Language-Based Applications</a:t>
            </a:r>
          </a:p>
        </p:txBody>
      </p:sp>
      <p:sp>
        <p:nvSpPr>
          <p:cNvPr id="3" name="Content Placeholder 2"/>
          <p:cNvSpPr>
            <a:spLocks noGrp="1"/>
          </p:cNvSpPr>
          <p:nvPr>
            <p:ph idx="1"/>
          </p:nvPr>
        </p:nvSpPr>
        <p:spPr/>
        <p:txBody>
          <a:bodyPr/>
          <a:lstStyle/>
          <a:p>
            <a:r>
              <a:t>Applications that rely on natural language understanding and generation.</a:t>
            </a:r>
          </a:p>
          <a:p>
            <a:r>
              <a:t>Examples: chatbots, summarizers, translators, sentiment analyzers.</a:t>
            </a:r>
          </a:p>
          <a:p>
            <a:r>
              <a:t>Powered by large language models (LLMs).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Typical Application Pipeline</a:t>
            </a:r>
          </a:p>
        </p:txBody>
      </p:sp>
      <p:sp>
        <p:nvSpPr>
          <p:cNvPr id="3" name="Content Placeholder 2"/>
          <p:cNvSpPr>
            <a:spLocks noGrp="1"/>
          </p:cNvSpPr>
          <p:nvPr>
            <p:ph idx="1"/>
          </p:nvPr>
        </p:nvSpPr>
        <p:spPr/>
        <p:txBody>
          <a:bodyPr>
            <a:normAutofit lnSpcReduction="10000"/>
          </a:bodyPr>
          <a:lstStyle/>
          <a:p>
            <a:pPr marL="0" indent="0" algn="ctr">
              <a:buNone/>
            </a:pPr>
            <a:r>
              <a:rPr sz="2800" b="1" dirty="0"/>
              <a:t>User Input → Preprocessing → Model Inference → Postprocessing → Output Delivery</a:t>
            </a:r>
            <a:endParaRPr lang="en-US" sz="2800" b="1" dirty="0"/>
          </a:p>
          <a:p>
            <a:endParaRPr lang="en-US" dirty="0"/>
          </a:p>
          <a:p>
            <a:endParaRPr dirty="0"/>
          </a:p>
          <a:p>
            <a:r>
              <a:rPr lang="en-US" dirty="0"/>
              <a:t>User Input: User query</a:t>
            </a:r>
          </a:p>
          <a:p>
            <a:r>
              <a:rPr dirty="0"/>
              <a:t>Preprocessing: cleaning text, formatting prompts.</a:t>
            </a:r>
          </a:p>
          <a:p>
            <a:r>
              <a:rPr dirty="0"/>
              <a:t>Model inference: LLM generates predictions or responses.</a:t>
            </a:r>
          </a:p>
          <a:p>
            <a:r>
              <a:rPr dirty="0"/>
              <a:t>Postprocessing: filtering, formatting, or structuring output.</a:t>
            </a:r>
          </a:p>
          <a:p>
            <a:r>
              <a:rPr dirty="0"/>
              <a:t>Delivery: UI, API, or embedded system.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4032504" cy="3364992"/>
          </a:xfrm>
        </p:spPr>
        <p:txBody>
          <a:bodyPr>
            <a:normAutofit/>
          </a:bodyPr>
          <a:lstStyle/>
          <a:p>
            <a:r>
              <a:t>Key Components of Language Applications</a:t>
            </a:r>
          </a:p>
        </p:txBody>
      </p:sp>
      <p:sp>
        <p:nvSpPr>
          <p:cNvPr id="11" name="Rectangle 1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9EAE3D3-264B-5CFE-4653-B56EEDC3182E}"/>
              </a:ext>
            </a:extLst>
          </p:cNvPr>
          <p:cNvGraphicFramePr>
            <a:graphicFrameLocks noGrp="1"/>
          </p:cNvGraphicFramePr>
          <p:nvPr>
            <p:ph idx="1"/>
            <p:extLst>
              <p:ext uri="{D42A27DB-BD31-4B8C-83A1-F6EECF244321}">
                <p14:modId xmlns:p14="http://schemas.microsoft.com/office/powerpoint/2010/main" val="2034238283"/>
              </p:ext>
            </p:extLst>
          </p:nvPr>
        </p:nvGraphicFramePr>
        <p:xfrm>
          <a:off x="5065776" y="978408"/>
          <a:ext cx="6620256" cy="496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Use Cases</a:t>
            </a:r>
          </a:p>
        </p:txBody>
      </p:sp>
      <p:sp>
        <p:nvSpPr>
          <p:cNvPr id="3" name="Content Placeholder 2"/>
          <p:cNvSpPr>
            <a:spLocks noGrp="1"/>
          </p:cNvSpPr>
          <p:nvPr>
            <p:ph idx="1"/>
          </p:nvPr>
        </p:nvSpPr>
        <p:spPr/>
        <p:txBody>
          <a:bodyPr/>
          <a:lstStyle/>
          <a:p>
            <a:r>
              <a:rPr dirty="0"/>
              <a:t>Customer support chatbots.</a:t>
            </a:r>
          </a:p>
          <a:p>
            <a:r>
              <a:rPr dirty="0"/>
              <a:t>Document summarization tools.</a:t>
            </a:r>
          </a:p>
          <a:p>
            <a:r>
              <a:rPr dirty="0"/>
              <a:t>Code generation assistants.</a:t>
            </a:r>
          </a:p>
          <a:p>
            <a:r>
              <a:rPr dirty="0"/>
              <a:t>Knowledge extraction from large corpora.</a:t>
            </a:r>
            <a:endParaRPr lang="en-US" dirty="0"/>
          </a:p>
          <a:p>
            <a:r>
              <a:rPr lang="en-US" dirty="0"/>
              <a:t>What is the input for each?</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and Considerations</a:t>
            </a:r>
          </a:p>
        </p:txBody>
      </p:sp>
      <p:sp>
        <p:nvSpPr>
          <p:cNvPr id="3" name="Content Placeholder 2"/>
          <p:cNvSpPr>
            <a:spLocks noGrp="1"/>
          </p:cNvSpPr>
          <p:nvPr>
            <p:ph idx="1"/>
          </p:nvPr>
        </p:nvSpPr>
        <p:spPr/>
        <p:txBody>
          <a:bodyPr/>
          <a:lstStyle/>
          <a:p>
            <a:r>
              <a:t>Hallucinations and factual accuracy.</a:t>
            </a:r>
          </a:p>
          <a:p>
            <a:r>
              <a:t>Context window limitations.</a:t>
            </a:r>
          </a:p>
          <a:p>
            <a:r>
              <a:t>Latency and cost.</a:t>
            </a:r>
          </a:p>
          <a:p>
            <a:r>
              <a:t>Data privacy and compliance.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03B1-8FBE-225F-A1FC-5BE2B5C92E83}"/>
              </a:ext>
            </a:extLst>
          </p:cNvPr>
          <p:cNvSpPr>
            <a:spLocks noGrp="1"/>
          </p:cNvSpPr>
          <p:nvPr>
            <p:ph type="ctrTitle"/>
          </p:nvPr>
        </p:nvSpPr>
        <p:spPr/>
        <p:txBody>
          <a:bodyPr/>
          <a:lstStyle/>
          <a:p>
            <a:r>
              <a:rPr lang="en-US" dirty="0"/>
              <a:t>Website basics</a:t>
            </a:r>
          </a:p>
        </p:txBody>
      </p:sp>
      <p:sp>
        <p:nvSpPr>
          <p:cNvPr id="3" name="Subtitle 2">
            <a:extLst>
              <a:ext uri="{FF2B5EF4-FFF2-40B4-BE49-F238E27FC236}">
                <a16:creationId xmlns:a16="http://schemas.microsoft.com/office/drawing/2014/main" id="{CA1EB4F8-3D25-644B-210B-12607624CA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408732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4032504" cy="3364992"/>
          </a:xfrm>
        </p:spPr>
        <p:txBody>
          <a:bodyPr>
            <a:normAutofit/>
          </a:bodyPr>
          <a:lstStyle/>
          <a:p>
            <a:r>
              <a:t>What Is a Website?</a:t>
            </a:r>
          </a:p>
        </p:txBody>
      </p:sp>
      <p:sp>
        <p:nvSpPr>
          <p:cNvPr id="11" name="Rectangle 1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073C115-0619-28E1-72A3-AD9B2519D3F7}"/>
              </a:ext>
            </a:extLst>
          </p:cNvPr>
          <p:cNvGraphicFramePr>
            <a:graphicFrameLocks noGrp="1"/>
          </p:cNvGraphicFramePr>
          <p:nvPr>
            <p:ph idx="1"/>
            <p:extLst>
              <p:ext uri="{D42A27DB-BD31-4B8C-83A1-F6EECF244321}">
                <p14:modId xmlns:p14="http://schemas.microsoft.com/office/powerpoint/2010/main" val="3388657976"/>
              </p:ext>
            </p:extLst>
          </p:nvPr>
        </p:nvGraphicFramePr>
        <p:xfrm>
          <a:off x="5065776" y="978408"/>
          <a:ext cx="6620256" cy="496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11155680" cy="1463040"/>
          </a:xfrm>
        </p:spPr>
        <p:txBody>
          <a:bodyPr>
            <a:normAutofit/>
          </a:bodyPr>
          <a:lstStyle/>
          <a:p>
            <a:r>
              <a:t>Core Technologies Behind Every Website</a:t>
            </a:r>
          </a:p>
        </p:txBody>
      </p:sp>
      <p:sp>
        <p:nvSpPr>
          <p:cNvPr id="11" name="Rectangle 1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877E662-7446-5B1A-6463-81128BEDC465}"/>
              </a:ext>
            </a:extLst>
          </p:cNvPr>
          <p:cNvGraphicFramePr>
            <a:graphicFrameLocks noGrp="1"/>
          </p:cNvGraphicFramePr>
          <p:nvPr>
            <p:ph idx="1"/>
            <p:extLst>
              <p:ext uri="{D42A27DB-BD31-4B8C-83A1-F6EECF244321}">
                <p14:modId xmlns:p14="http://schemas.microsoft.com/office/powerpoint/2010/main" val="2225661046"/>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4032504" cy="3364992"/>
          </a:xfrm>
        </p:spPr>
        <p:txBody>
          <a:bodyPr>
            <a:normAutofit/>
          </a:bodyPr>
          <a:lstStyle/>
          <a:p>
            <a:r>
              <a:t>Structure of a Webpage</a:t>
            </a:r>
          </a:p>
        </p:txBody>
      </p:sp>
      <p:sp>
        <p:nvSpPr>
          <p:cNvPr id="11" name="Rectangle 1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FE14D8A-722C-04FE-5CCF-8701163F7E0F}"/>
              </a:ext>
            </a:extLst>
          </p:cNvPr>
          <p:cNvGraphicFramePr>
            <a:graphicFrameLocks noGrp="1"/>
          </p:cNvGraphicFramePr>
          <p:nvPr>
            <p:ph idx="1"/>
            <p:extLst>
              <p:ext uri="{D42A27DB-BD31-4B8C-83A1-F6EECF244321}">
                <p14:modId xmlns:p14="http://schemas.microsoft.com/office/powerpoint/2010/main" val="2007998772"/>
              </p:ext>
            </p:extLst>
          </p:nvPr>
        </p:nvGraphicFramePr>
        <p:xfrm>
          <a:off x="5065776" y="978408"/>
          <a:ext cx="6620256" cy="496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Types of Content Websites Include</a:t>
            </a:r>
          </a:p>
        </p:txBody>
      </p:sp>
      <p:sp>
        <p:nvSpPr>
          <p:cNvPr id="11" name="Rectangle 10">
            <a:extLst>
              <a:ext uri="{FF2B5EF4-FFF2-40B4-BE49-F238E27FC236}">
                <a16:creationId xmlns:a16="http://schemas.microsoft.com/office/drawing/2014/main" id="{04E511C3-750B-AA87-AE51-0FA2069EA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15A714F-E023-6B91-60AA-2037D93055FF}"/>
              </a:ext>
            </a:extLst>
          </p:cNvPr>
          <p:cNvGraphicFramePr>
            <a:graphicFrameLocks noGrp="1"/>
          </p:cNvGraphicFramePr>
          <p:nvPr>
            <p:ph idx="1"/>
            <p:extLst>
              <p:ext uri="{D42A27DB-BD31-4B8C-83A1-F6EECF244321}">
                <p14:modId xmlns:p14="http://schemas.microsoft.com/office/powerpoint/2010/main" val="1833154658"/>
              </p:ext>
            </p:extLst>
          </p:nvPr>
        </p:nvGraphicFramePr>
        <p:xfrm>
          <a:off x="4187952" y="978408"/>
          <a:ext cx="7488936" cy="5239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How Websites Are Created</a:t>
            </a:r>
          </a:p>
        </p:txBody>
      </p:sp>
      <p:sp>
        <p:nvSpPr>
          <p:cNvPr id="11" name="Rectangle 10">
            <a:extLst>
              <a:ext uri="{FF2B5EF4-FFF2-40B4-BE49-F238E27FC236}">
                <a16:creationId xmlns:a16="http://schemas.microsoft.com/office/drawing/2014/main" id="{04E511C3-750B-AA87-AE51-0FA2069EA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DBAF440-7BCA-AEFE-4F8E-E206D5D02971}"/>
              </a:ext>
            </a:extLst>
          </p:cNvPr>
          <p:cNvGraphicFramePr>
            <a:graphicFrameLocks noGrp="1"/>
          </p:cNvGraphicFramePr>
          <p:nvPr>
            <p:ph idx="1"/>
            <p:extLst>
              <p:ext uri="{D42A27DB-BD31-4B8C-83A1-F6EECF244321}">
                <p14:modId xmlns:p14="http://schemas.microsoft.com/office/powerpoint/2010/main" val="2389296377"/>
              </p:ext>
            </p:extLst>
          </p:nvPr>
        </p:nvGraphicFramePr>
        <p:xfrm>
          <a:off x="4187952" y="978408"/>
          <a:ext cx="7488936" cy="5239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4032504" cy="3364992"/>
          </a:xfrm>
        </p:spPr>
        <p:txBody>
          <a:bodyPr>
            <a:normAutofit/>
          </a:bodyPr>
          <a:lstStyle/>
          <a:p>
            <a:r>
              <a:t>Tools Used to Build Websites</a:t>
            </a:r>
          </a:p>
        </p:txBody>
      </p:sp>
      <p:sp>
        <p:nvSpPr>
          <p:cNvPr id="11" name="Rectangle 1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66446C5-AE1E-130F-D7B1-554E45EAC07D}"/>
              </a:ext>
            </a:extLst>
          </p:cNvPr>
          <p:cNvGraphicFramePr>
            <a:graphicFrameLocks noGrp="1"/>
          </p:cNvGraphicFramePr>
          <p:nvPr>
            <p:ph idx="1"/>
            <p:extLst>
              <p:ext uri="{D42A27DB-BD31-4B8C-83A1-F6EECF244321}">
                <p14:modId xmlns:p14="http://schemas.microsoft.com/office/powerpoint/2010/main" val="1171442375"/>
              </p:ext>
            </p:extLst>
          </p:nvPr>
        </p:nvGraphicFramePr>
        <p:xfrm>
          <a:off x="5065776" y="978408"/>
          <a:ext cx="6620256" cy="496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4032504" cy="3364992"/>
          </a:xfrm>
        </p:spPr>
        <p:txBody>
          <a:bodyPr>
            <a:normAutofit/>
          </a:bodyPr>
          <a:lstStyle/>
          <a:p>
            <a:r>
              <a:t>How Websites Are Maintained</a:t>
            </a:r>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30B5EE4-274D-FFE6-307A-48B514728912}"/>
              </a:ext>
            </a:extLst>
          </p:cNvPr>
          <p:cNvGraphicFramePr>
            <a:graphicFrameLocks noGrp="1"/>
          </p:cNvGraphicFramePr>
          <p:nvPr>
            <p:ph idx="1"/>
            <p:extLst>
              <p:ext uri="{D42A27DB-BD31-4B8C-83A1-F6EECF244321}">
                <p14:modId xmlns:p14="http://schemas.microsoft.com/office/powerpoint/2010/main" val="1194860932"/>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a Page Loads</a:t>
            </a:r>
          </a:p>
        </p:txBody>
      </p:sp>
      <p:sp>
        <p:nvSpPr>
          <p:cNvPr id="3" name="Content Placeholder 2"/>
          <p:cNvSpPr>
            <a:spLocks noGrp="1"/>
          </p:cNvSpPr>
          <p:nvPr>
            <p:ph idx="1"/>
          </p:nvPr>
        </p:nvSpPr>
        <p:spPr/>
        <p:txBody>
          <a:bodyPr/>
          <a:lstStyle/>
          <a:p>
            <a:r>
              <a:t>1. User enters URL</a:t>
            </a:r>
          </a:p>
          <a:p>
            <a:r>
              <a:t>2. Browser requests server</a:t>
            </a:r>
          </a:p>
          <a:p>
            <a:r>
              <a:t>3. Server returns HTML</a:t>
            </a:r>
          </a:p>
          <a:p>
            <a:r>
              <a:t>4. Browser loads CSS/JS/media</a:t>
            </a:r>
          </a:p>
          <a:p>
            <a:r>
              <a:t>5. Page becomes interactive</a:t>
            </a:r>
          </a:p>
          <a:p>
            <a:r>
              <a:t>6. Dynamic content loads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C81A-1AF0-EA47-39AD-58BD41CF8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960940-7707-2121-705B-3891C73AAD89}"/>
              </a:ext>
            </a:extLst>
          </p:cNvPr>
          <p:cNvSpPr>
            <a:spLocks noGrp="1"/>
          </p:cNvSpPr>
          <p:nvPr>
            <p:ph type="ctrTitle"/>
          </p:nvPr>
        </p:nvSpPr>
        <p:spPr/>
        <p:txBody>
          <a:bodyPr/>
          <a:lstStyle/>
          <a:p>
            <a:r>
              <a:rPr lang="en-US" dirty="0"/>
              <a:t>Web scraping</a:t>
            </a:r>
          </a:p>
        </p:txBody>
      </p:sp>
      <p:sp>
        <p:nvSpPr>
          <p:cNvPr id="3" name="Subtitle 2">
            <a:extLst>
              <a:ext uri="{FF2B5EF4-FFF2-40B4-BE49-F238E27FC236}">
                <a16:creationId xmlns:a16="http://schemas.microsoft.com/office/drawing/2014/main" id="{7C570AEF-FC52-32BC-A16A-034F28E31F3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495772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6276-F8E3-05A4-826E-777A666EC4AE}"/>
              </a:ext>
            </a:extLst>
          </p:cNvPr>
          <p:cNvSpPr>
            <a:spLocks noGrp="1"/>
          </p:cNvSpPr>
          <p:nvPr>
            <p:ph type="title"/>
          </p:nvPr>
        </p:nvSpPr>
        <p:spPr/>
        <p:txBody>
          <a:bodyPr/>
          <a:lstStyle/>
          <a:p>
            <a:r>
              <a:rPr lang="en-US" dirty="0"/>
              <a:t>Web Scraping</a:t>
            </a:r>
          </a:p>
        </p:txBody>
      </p:sp>
      <p:sp>
        <p:nvSpPr>
          <p:cNvPr id="3" name="Content Placeholder 2">
            <a:extLst>
              <a:ext uri="{FF2B5EF4-FFF2-40B4-BE49-F238E27FC236}">
                <a16:creationId xmlns:a16="http://schemas.microsoft.com/office/drawing/2014/main" id="{8726FE7C-CCB7-A558-09F8-ED0774FC1C62}"/>
              </a:ext>
            </a:extLst>
          </p:cNvPr>
          <p:cNvSpPr>
            <a:spLocks noGrp="1"/>
          </p:cNvSpPr>
          <p:nvPr>
            <p:ph idx="1"/>
          </p:nvPr>
        </p:nvSpPr>
        <p:spPr>
          <a:xfrm>
            <a:off x="518160" y="1922049"/>
            <a:ext cx="11155680" cy="4502502"/>
          </a:xfrm>
        </p:spPr>
        <p:txBody>
          <a:bodyPr>
            <a:normAutofit lnSpcReduction="10000"/>
          </a:bodyPr>
          <a:lstStyle/>
          <a:p>
            <a:r>
              <a:rPr lang="en-US" dirty="0"/>
              <a:t>What is it?</a:t>
            </a:r>
          </a:p>
          <a:p>
            <a:pPr lvl="1"/>
            <a:r>
              <a:rPr lang="en-US" dirty="0"/>
              <a:t>Automated extraction of data from websites</a:t>
            </a:r>
          </a:p>
          <a:p>
            <a:pPr lvl="1"/>
            <a:r>
              <a:rPr lang="en-US" dirty="0"/>
              <a:t>Useful for research, analytics, automation, and monitoring</a:t>
            </a:r>
          </a:p>
          <a:p>
            <a:pPr lvl="1"/>
            <a:r>
              <a:rPr lang="en-US" dirty="0"/>
              <a:t>Typically involves sending HTTP requests and parsing HTML content</a:t>
            </a:r>
          </a:p>
          <a:p>
            <a:r>
              <a:rPr lang="en-US" dirty="0" err="1"/>
              <a:t>BeautifulSoup</a:t>
            </a:r>
            <a:endParaRPr lang="en-US" dirty="0"/>
          </a:p>
          <a:p>
            <a:pPr lvl="1"/>
            <a:r>
              <a:rPr lang="en-US" dirty="0"/>
              <a:t>A Python library for parsing and navigating HTML/XML</a:t>
            </a:r>
          </a:p>
          <a:p>
            <a:pPr lvl="1"/>
            <a:r>
              <a:rPr lang="en-US" dirty="0"/>
              <a:t>Makes it easy to locate elements, extract text, and clean data</a:t>
            </a:r>
          </a:p>
          <a:p>
            <a:pPr lvl="1"/>
            <a:r>
              <a:rPr lang="en-US" dirty="0"/>
              <a:t>Often used with requests for end‑to‑end scraping workflows</a:t>
            </a:r>
          </a:p>
          <a:p>
            <a:r>
              <a:rPr lang="en-US" dirty="0"/>
              <a:t>Basic Workflow</a:t>
            </a:r>
          </a:p>
          <a:p>
            <a:pPr lvl="1"/>
            <a:r>
              <a:rPr lang="en-US" dirty="0"/>
              <a:t>Send a request to a webpage</a:t>
            </a:r>
          </a:p>
          <a:p>
            <a:pPr lvl="1"/>
            <a:r>
              <a:rPr lang="en-US" dirty="0"/>
              <a:t>Load the HTML into </a:t>
            </a:r>
            <a:r>
              <a:rPr lang="en-US" dirty="0" err="1"/>
              <a:t>BeautifulSoup</a:t>
            </a:r>
            <a:endParaRPr lang="en-US" dirty="0"/>
          </a:p>
          <a:p>
            <a:pPr lvl="1"/>
            <a:r>
              <a:rPr lang="en-US" dirty="0"/>
              <a:t>Locate elements using tags, classes, or CSS selectors</a:t>
            </a:r>
          </a:p>
          <a:p>
            <a:pPr lvl="1"/>
            <a:r>
              <a:rPr lang="en-US" dirty="0"/>
              <a:t>Extract and structure the data</a:t>
            </a:r>
          </a:p>
        </p:txBody>
      </p:sp>
    </p:spTree>
    <p:extLst>
      <p:ext uri="{BB962C8B-B14F-4D97-AF65-F5344CB8AC3E}">
        <p14:creationId xmlns:p14="http://schemas.microsoft.com/office/powerpoint/2010/main" val="40571987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Web Scraping Overview</a:t>
            </a:r>
          </a:p>
        </p:txBody>
      </p:sp>
      <p:sp>
        <p:nvSpPr>
          <p:cNvPr id="3" name="Content Placeholder 2"/>
          <p:cNvSpPr>
            <a:spLocks noGrp="1"/>
          </p:cNvSpPr>
          <p:nvPr>
            <p:ph idx="1"/>
          </p:nvPr>
        </p:nvSpPr>
        <p:spPr/>
        <p:txBody>
          <a:bodyPr/>
          <a:lstStyle/>
          <a:p>
            <a:r>
              <a:t>Extracting data from websites automatically.</a:t>
            </a:r>
          </a:p>
          <a:p>
            <a:r>
              <a:t>Used for analytics, research, automation, and AI pipelines.</a:t>
            </a:r>
          </a:p>
          <a:p>
            <a:r>
              <a:t>Handles structured and unstructured content.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for Web Scraping</a:t>
            </a:r>
          </a:p>
        </p:txBody>
      </p:sp>
      <p:sp>
        <p:nvSpPr>
          <p:cNvPr id="3" name="Content Placeholder 2"/>
          <p:cNvSpPr>
            <a:spLocks noGrp="1"/>
          </p:cNvSpPr>
          <p:nvPr>
            <p:ph idx="1"/>
          </p:nvPr>
        </p:nvSpPr>
        <p:spPr/>
        <p:txBody>
          <a:bodyPr/>
          <a:lstStyle/>
          <a:p>
            <a:r>
              <a:t>BeautifulSoup: HTML parsing and extraction.</a:t>
            </a:r>
          </a:p>
          <a:p>
            <a:r>
              <a:t>Scrapy: full-featured scraping framework.</a:t>
            </a:r>
          </a:p>
          <a:p>
            <a:r>
              <a:t>Selenium: browser automation for dynamic sites.</a:t>
            </a:r>
          </a:p>
          <a:p>
            <a:r>
              <a:t>Playwright: modern automation for JavaScript-heavy pages.</a:t>
            </a:r>
          </a:p>
          <a:p>
            <a:r>
              <a:t>Requests: simple HTTP retrieval.</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Handling Different File Types</a:t>
            </a:r>
          </a:p>
        </p:txBody>
      </p:sp>
      <p:sp>
        <p:nvSpPr>
          <p:cNvPr id="3" name="Content Placeholder 2"/>
          <p:cNvSpPr>
            <a:spLocks noGrp="1"/>
          </p:cNvSpPr>
          <p:nvPr>
            <p:ph idx="1"/>
          </p:nvPr>
        </p:nvSpPr>
        <p:spPr/>
        <p:txBody>
          <a:bodyPr/>
          <a:lstStyle/>
          <a:p>
            <a:r>
              <a:t>HTML pages: parsed with BeautifulSoup or Scrapy.</a:t>
            </a:r>
          </a:p>
          <a:p>
            <a:r>
              <a:t>PDFs: extracted using PyPDF2, pdfplumber, or OCR tools.</a:t>
            </a:r>
          </a:p>
          <a:p>
            <a:r>
              <a:t>Images: downloaded and processed with Pillow or OCR.</a:t>
            </a:r>
          </a:p>
          <a:p>
            <a:r>
              <a:t>Videos: metadata extraction; downloading via APIs or tools like youtube-dl.</a:t>
            </a:r>
          </a:p>
          <a:p>
            <a:r>
              <a:t>JSON/XML: parsed directly as structured data.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Web Scraping</a:t>
            </a:r>
          </a:p>
        </p:txBody>
      </p:sp>
      <p:sp>
        <p:nvSpPr>
          <p:cNvPr id="3" name="Content Placeholder 2"/>
          <p:cNvSpPr>
            <a:spLocks noGrp="1"/>
          </p:cNvSpPr>
          <p:nvPr>
            <p:ph idx="1"/>
          </p:nvPr>
        </p:nvSpPr>
        <p:spPr/>
        <p:txBody>
          <a:bodyPr/>
          <a:lstStyle/>
          <a:p>
            <a:r>
              <a:t>Dynamic content requiring JavaScript execution.</a:t>
            </a:r>
          </a:p>
          <a:p>
            <a:r>
              <a:t>Anti-bot protections (CAPTCHAs, rate limits).</a:t>
            </a:r>
          </a:p>
          <a:p>
            <a:r>
              <a:t>Changing website structures.</a:t>
            </a:r>
          </a:p>
          <a:p>
            <a:r>
              <a:t>Legal and ethical considerations.</a:t>
            </a:r>
          </a:p>
          <a:p>
            <a:r>
              <a:t>Large-scale scraping performance issues.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Typical Scraping Pipeline (ASCII Diagram)</a:t>
            </a:r>
          </a:p>
        </p:txBody>
      </p:sp>
      <p:sp>
        <p:nvSpPr>
          <p:cNvPr id="3" name="Content Placeholder 2"/>
          <p:cNvSpPr>
            <a:spLocks noGrp="1"/>
          </p:cNvSpPr>
          <p:nvPr>
            <p:ph idx="1"/>
          </p:nvPr>
        </p:nvSpPr>
        <p:spPr/>
        <p:txBody>
          <a:bodyPr/>
          <a:lstStyle/>
          <a:p>
            <a:r>
              <a:t>User Request → Fetch → Parse Content → Extract Data → Clean/Transform → Store or Feed to Model</a:t>
            </a:r>
          </a:p>
          <a:p>
            <a:r>
              <a:t>- Fetch: HTTP requests or browser automation.</a:t>
            </a:r>
          </a:p>
          <a:p>
            <a:r>
              <a:t>- Parse: HTML, JSON, PDF, or media processing.</a:t>
            </a:r>
          </a:p>
          <a:p>
            <a:r>
              <a:t>- Extract: text, tables, metadata.</a:t>
            </a:r>
          </a:p>
          <a:p>
            <a:r>
              <a:t>- Transform: cleaning, normalization.</a:t>
            </a:r>
          </a:p>
          <a:p>
            <a:r>
              <a:t>- Output: database, file, or AI model input.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Feeding Scraped Data into Applications</a:t>
            </a:r>
          </a:p>
        </p:txBody>
      </p:sp>
      <p:sp>
        <p:nvSpPr>
          <p:cNvPr id="3" name="Content Placeholder 2"/>
          <p:cNvSpPr>
            <a:spLocks noGrp="1"/>
          </p:cNvSpPr>
          <p:nvPr>
            <p:ph idx="1"/>
          </p:nvPr>
        </p:nvSpPr>
        <p:spPr/>
        <p:txBody>
          <a:bodyPr/>
          <a:lstStyle/>
          <a:p>
            <a:r>
              <a:t>Analytics dashboards.</a:t>
            </a:r>
          </a:p>
          <a:p>
            <a:r>
              <a:t>Search indexes.</a:t>
            </a:r>
          </a:p>
          <a:p>
            <a:r>
              <a:t>Machine learning training data.</a:t>
            </a:r>
          </a:p>
          <a:p>
            <a:r>
              <a:t>LLM context or fine-tuning datasets.</a:t>
            </a:r>
          </a:p>
          <a:p>
            <a:r>
              <a:t>Automated workflows and alerts.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D5B9F-EF7C-CA40-909E-DF0EE9FCF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32E58-E1C3-6868-5938-615DE30E7493}"/>
              </a:ext>
            </a:extLst>
          </p:cNvPr>
          <p:cNvSpPr>
            <a:spLocks noGrp="1"/>
          </p:cNvSpPr>
          <p:nvPr>
            <p:ph type="ctrTitle"/>
          </p:nvPr>
        </p:nvSpPr>
        <p:spPr/>
        <p:txBody>
          <a:bodyPr/>
          <a:lstStyle/>
          <a:p>
            <a:r>
              <a:rPr lang="en-US" dirty="0"/>
              <a:t>Connecting AI model to a ‘scraped’ web content</a:t>
            </a:r>
          </a:p>
        </p:txBody>
      </p:sp>
      <p:sp>
        <p:nvSpPr>
          <p:cNvPr id="3" name="Subtitle 2">
            <a:extLst>
              <a:ext uri="{FF2B5EF4-FFF2-40B4-BE49-F238E27FC236}">
                <a16:creationId xmlns:a16="http://schemas.microsoft.com/office/drawing/2014/main" id="{F329188E-79F0-3F50-5B59-3979D260CF8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01862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Using Scraped Data With a GPT-Like Model</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E17A987-F151-074C-EE81-27E419C8E3F9}"/>
              </a:ext>
            </a:extLst>
          </p:cNvPr>
          <p:cNvGraphicFramePr>
            <a:graphicFrameLocks noGrp="1"/>
          </p:cNvGraphicFramePr>
          <p:nvPr>
            <p:ph idx="1"/>
            <p:extLst>
              <p:ext uri="{D42A27DB-BD31-4B8C-83A1-F6EECF244321}">
                <p14:modId xmlns:p14="http://schemas.microsoft.com/office/powerpoint/2010/main" val="583409971"/>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How Context Injection Works</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11DB920-5B59-B105-60F7-A6F2A389EA14}"/>
              </a:ext>
            </a:extLst>
          </p:cNvPr>
          <p:cNvGraphicFramePr>
            <a:graphicFrameLocks noGrp="1"/>
          </p:cNvGraphicFramePr>
          <p:nvPr>
            <p:ph idx="1"/>
            <p:extLst>
              <p:ext uri="{D42A27DB-BD31-4B8C-83A1-F6EECF244321}">
                <p14:modId xmlns:p14="http://schemas.microsoft.com/office/powerpoint/2010/main" val="249136542"/>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Context Window Limitations</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3B0260B-7C8F-6E8C-4704-3B99445DCC1A}"/>
              </a:ext>
            </a:extLst>
          </p:cNvPr>
          <p:cNvGraphicFramePr>
            <a:graphicFrameLocks noGrp="1"/>
          </p:cNvGraphicFramePr>
          <p:nvPr>
            <p:ph idx="1"/>
            <p:extLst>
              <p:ext uri="{D42A27DB-BD31-4B8C-83A1-F6EECF244321}">
                <p14:modId xmlns:p14="http://schemas.microsoft.com/office/powerpoint/2010/main" val="1807964650"/>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Other Limitations of a Simple Chatbot</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D28AE59-E959-F14F-EF20-23BEB8161E2E}"/>
              </a:ext>
            </a:extLst>
          </p:cNvPr>
          <p:cNvGraphicFramePr>
            <a:graphicFrameLocks noGrp="1"/>
          </p:cNvGraphicFramePr>
          <p:nvPr>
            <p:ph idx="1"/>
            <p:extLst>
              <p:ext uri="{D42A27DB-BD31-4B8C-83A1-F6EECF244321}">
                <p14:modId xmlns:p14="http://schemas.microsoft.com/office/powerpoint/2010/main" val="4192379186"/>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3154680" cy="4069080"/>
          </a:xfrm>
        </p:spPr>
        <p:txBody>
          <a:bodyPr>
            <a:normAutofit/>
          </a:bodyPr>
          <a:lstStyle/>
          <a:p>
            <a:r>
              <a:rPr lang="en-US" sz="4000"/>
              <a:t>Model Choices</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083BD4C-5FB3-1471-2B9F-D88921FBD7F4}"/>
              </a:ext>
            </a:extLst>
          </p:cNvPr>
          <p:cNvGraphicFramePr>
            <a:graphicFrameLocks noGrp="1"/>
          </p:cNvGraphicFramePr>
          <p:nvPr>
            <p:ph idx="1"/>
            <p:extLst>
              <p:ext uri="{D42A27DB-BD31-4B8C-83A1-F6EECF244321}">
                <p14:modId xmlns:p14="http://schemas.microsoft.com/office/powerpoint/2010/main" val="932202654"/>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21208" y="978408"/>
            <a:ext cx="4032504" cy="3364992"/>
          </a:xfrm>
        </p:spPr>
        <p:txBody>
          <a:bodyPr>
            <a:normAutofit/>
          </a:bodyPr>
          <a:lstStyle/>
          <a:p>
            <a:r>
              <a:t>Why Use a QA-Trained Model</a:t>
            </a:r>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5048988-5833-AD1D-73B5-D86119CEEE02}"/>
              </a:ext>
            </a:extLst>
          </p:cNvPr>
          <p:cNvGraphicFramePr>
            <a:graphicFrameLocks noGrp="1"/>
          </p:cNvGraphicFramePr>
          <p:nvPr>
            <p:ph idx="1"/>
            <p:extLst>
              <p:ext uri="{D42A27DB-BD31-4B8C-83A1-F6EECF244321}">
                <p14:modId xmlns:p14="http://schemas.microsoft.com/office/powerpoint/2010/main" val="3353890753"/>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38B18-4027-C342-7F7C-5F7717674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C029F-DC08-B97D-A797-944677F22787}"/>
              </a:ext>
            </a:extLst>
          </p:cNvPr>
          <p:cNvSpPr>
            <a:spLocks noGrp="1"/>
          </p:cNvSpPr>
          <p:nvPr>
            <p:ph type="ctrTitle"/>
          </p:nvPr>
        </p:nvSpPr>
        <p:spPr/>
        <p:txBody>
          <a:bodyPr/>
          <a:lstStyle/>
          <a:p>
            <a:r>
              <a:rPr lang="en-US" dirty="0"/>
              <a:t>Building User Interface (UI) for human consumption</a:t>
            </a:r>
          </a:p>
        </p:txBody>
      </p:sp>
    </p:spTree>
    <p:extLst>
      <p:ext uri="{BB962C8B-B14F-4D97-AF65-F5344CB8AC3E}">
        <p14:creationId xmlns:p14="http://schemas.microsoft.com/office/powerpoint/2010/main" val="36359717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Components of a Chatbot UI</a:t>
            </a:r>
          </a:p>
        </p:txBody>
      </p:sp>
      <p:sp>
        <p:nvSpPr>
          <p:cNvPr id="3" name="Content Placeholder 2"/>
          <p:cNvSpPr>
            <a:spLocks noGrp="1"/>
          </p:cNvSpPr>
          <p:nvPr>
            <p:ph idx="1"/>
          </p:nvPr>
        </p:nvSpPr>
        <p:spPr/>
        <p:txBody>
          <a:bodyPr/>
          <a:lstStyle/>
          <a:p>
            <a:r>
              <a:t>User input box for messages.</a:t>
            </a:r>
          </a:p>
          <a:p>
            <a:r>
              <a:t>Chat history display.</a:t>
            </a:r>
          </a:p>
          <a:p>
            <a:r>
              <a:t>Backend call to an LLM or local model.</a:t>
            </a:r>
          </a:p>
          <a:p>
            <a:r>
              <a:t>Output area for responses.</a:t>
            </a:r>
          </a:p>
          <a:p>
            <a:r>
              <a:t>Optional: system prompt, model selector, temperature slider.</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UI Options for a Chatbot</a:t>
            </a:r>
          </a:p>
        </p:txBody>
      </p:sp>
      <p:sp>
        <p:nvSpPr>
          <p:cNvPr id="3" name="Content Placeholder 2"/>
          <p:cNvSpPr>
            <a:spLocks noGrp="1"/>
          </p:cNvSpPr>
          <p:nvPr>
            <p:ph idx="1"/>
          </p:nvPr>
        </p:nvSpPr>
        <p:spPr/>
        <p:txBody>
          <a:bodyPr/>
          <a:lstStyle/>
          <a:p>
            <a:r>
              <a:t>Web-based interfaces</a:t>
            </a:r>
          </a:p>
          <a:p>
            <a:r>
              <a:t>Mobile interfaces</a:t>
            </a:r>
          </a:p>
          <a:p>
            <a:r>
              <a:t>Chat-style integrations</a:t>
            </a:r>
          </a:p>
          <a:p>
            <a:r>
              <a:t>Embedded UI widgets</a:t>
            </a:r>
          </a:p>
          <a:p>
            <a:r>
              <a:t>Developer-focused interfaces</a:t>
            </a:r>
          </a:p>
          <a:p>
            <a:r>
              <a:t>Voice-enabled interfaces</a:t>
            </a:r>
          </a:p>
          <a:p>
            <a:r>
              <a:t>Enterprise integrations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Web-Based UI Options</a:t>
            </a:r>
          </a:p>
        </p:txBody>
      </p:sp>
      <p:sp>
        <p:nvSpPr>
          <p:cNvPr id="3" name="Content Placeholder 2"/>
          <p:cNvSpPr>
            <a:spLocks noGrp="1"/>
          </p:cNvSpPr>
          <p:nvPr>
            <p:ph idx="1"/>
          </p:nvPr>
        </p:nvSpPr>
        <p:spPr/>
        <p:txBody>
          <a:bodyPr/>
          <a:lstStyle/>
          <a:p>
            <a:r>
              <a:t>Streamlit: fast prototyping, built-in chat components</a:t>
            </a:r>
          </a:p>
          <a:p>
            <a:r>
              <a:t>Gradio: plug-and-play chat interface, easy sharing</a:t>
            </a:r>
          </a:p>
          <a:p>
            <a:r>
              <a:t>React / Next.js: fully customizable, production-ready</a:t>
            </a:r>
          </a:p>
          <a:p>
            <a:r>
              <a:t>Vue / Svelte: lightweight alternatives for custom UIs</a:t>
            </a:r>
          </a:p>
          <a:p>
            <a:r>
              <a:t>Flask / FastAPI + HTML/CSS: simple backend-driven UI</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Mobile UI Options</a:t>
            </a:r>
          </a:p>
        </p:txBody>
      </p:sp>
      <p:sp>
        <p:nvSpPr>
          <p:cNvPr id="3" name="Content Placeholder 2"/>
          <p:cNvSpPr>
            <a:spLocks noGrp="1"/>
          </p:cNvSpPr>
          <p:nvPr>
            <p:ph idx="1"/>
          </p:nvPr>
        </p:nvSpPr>
        <p:spPr/>
        <p:txBody>
          <a:bodyPr/>
          <a:lstStyle/>
          <a:p>
            <a:r>
              <a:t>Native iOS/Android apps: polished consumer experiences</a:t>
            </a:r>
          </a:p>
          <a:p>
            <a:r>
              <a:t>React Native / Flutter: cross-platform development</a:t>
            </a:r>
          </a:p>
          <a:p>
            <a:r>
              <a:t>Mobile web app: simplest, no app store deployment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Chat-Style Integrations</a:t>
            </a:r>
          </a:p>
        </p:txBody>
      </p:sp>
      <p:sp>
        <p:nvSpPr>
          <p:cNvPr id="3" name="Content Placeholder 2"/>
          <p:cNvSpPr>
            <a:spLocks noGrp="1"/>
          </p:cNvSpPr>
          <p:nvPr>
            <p:ph idx="1"/>
          </p:nvPr>
        </p:nvSpPr>
        <p:spPr/>
        <p:txBody>
          <a:bodyPr/>
          <a:lstStyle/>
          <a:p>
            <a:r>
              <a:t>Slack bot: great for internal assistants</a:t>
            </a:r>
          </a:p>
          <a:p>
            <a:r>
              <a:t>Microsoft Teams bot: fits enterprise workflows</a:t>
            </a:r>
          </a:p>
          <a:p>
            <a:r>
              <a:t>Discord bot: ideal for communities</a:t>
            </a:r>
          </a:p>
          <a:p>
            <a:r>
              <a:t>WhatsApp / SMS bots: broad accessibility</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Embedded UI Options</a:t>
            </a:r>
          </a:p>
        </p:txBody>
      </p:sp>
      <p:sp>
        <p:nvSpPr>
          <p:cNvPr id="3" name="Content Placeholder 2"/>
          <p:cNvSpPr>
            <a:spLocks noGrp="1"/>
          </p:cNvSpPr>
          <p:nvPr>
            <p:ph idx="1"/>
          </p:nvPr>
        </p:nvSpPr>
        <p:spPr/>
        <p:txBody>
          <a:bodyPr/>
          <a:lstStyle/>
          <a:p>
            <a:r>
              <a:t>Website chat widget: similar to Intercom or Drift</a:t>
            </a:r>
          </a:p>
          <a:p>
            <a:r>
              <a:t>Iframe-based chatbot panel: easy embedding</a:t>
            </a:r>
          </a:p>
          <a:p>
            <a:r>
              <a:t>In-product dashboard integration: ideal for SaaS tools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Developer-Oriented Interfaces</a:t>
            </a:r>
          </a:p>
        </p:txBody>
      </p:sp>
      <p:sp>
        <p:nvSpPr>
          <p:cNvPr id="3" name="Content Placeholder 2"/>
          <p:cNvSpPr>
            <a:spLocks noGrp="1"/>
          </p:cNvSpPr>
          <p:nvPr>
            <p:ph idx="1"/>
          </p:nvPr>
        </p:nvSpPr>
        <p:spPr/>
        <p:txBody>
          <a:bodyPr/>
          <a:lstStyle/>
          <a:p>
            <a:r>
              <a:t>CLI chatbot: fast, ideal for debugging</a:t>
            </a:r>
          </a:p>
          <a:p>
            <a:r>
              <a:t>Jupyter notebook interface: interactive demos</a:t>
            </a:r>
          </a:p>
          <a:p>
            <a:r>
              <a:t>VS Code extension: integrated into developer workflow</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Voice-Enabled Interfaces</a:t>
            </a:r>
          </a:p>
        </p:txBody>
      </p:sp>
      <p:sp>
        <p:nvSpPr>
          <p:cNvPr id="3" name="Content Placeholder 2"/>
          <p:cNvSpPr>
            <a:spLocks noGrp="1"/>
          </p:cNvSpPr>
          <p:nvPr>
            <p:ph idx="1"/>
          </p:nvPr>
        </p:nvSpPr>
        <p:spPr/>
        <p:txBody>
          <a:bodyPr/>
          <a:lstStyle/>
          <a:p>
            <a:r>
              <a:t>Alexa / Google Assistant skills: voice-first interactions</a:t>
            </a:r>
          </a:p>
          <a:p>
            <a:r>
              <a:t>Web Speech API: browser-based voice input/output</a:t>
            </a:r>
          </a:p>
          <a:p>
            <a:r>
              <a:t>Custom mic + TTS UI: hands-free experience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Enterprise UI Options</a:t>
            </a:r>
          </a:p>
        </p:txBody>
      </p:sp>
      <p:sp>
        <p:nvSpPr>
          <p:cNvPr id="3" name="Content Placeholder 2"/>
          <p:cNvSpPr>
            <a:spLocks noGrp="1"/>
          </p:cNvSpPr>
          <p:nvPr>
            <p:ph idx="1"/>
          </p:nvPr>
        </p:nvSpPr>
        <p:spPr/>
        <p:txBody>
          <a:bodyPr/>
          <a:lstStyle/>
          <a:p>
            <a:r>
              <a:t>SharePoint / Intranet integration</a:t>
            </a:r>
          </a:p>
          <a:p>
            <a:r>
              <a:t>CRM-embedded chatbot (Salesforce, HubSpot)</a:t>
            </a:r>
          </a:p>
          <a:p>
            <a:r>
              <a:t>Internal dashboards with authentication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Streamlit Chatbot Basics</a:t>
            </a:r>
          </a:p>
        </p:txBody>
      </p:sp>
      <p:sp>
        <p:nvSpPr>
          <p:cNvPr id="3" name="Content Placeholder 2"/>
          <p:cNvSpPr>
            <a:spLocks noGrp="1"/>
          </p:cNvSpPr>
          <p:nvPr>
            <p:ph idx="1"/>
          </p:nvPr>
        </p:nvSpPr>
        <p:spPr/>
        <p:txBody>
          <a:bodyPr/>
          <a:lstStyle/>
          <a:p>
            <a:r>
              <a:t>Uses st.chat_message for chat-style UI.</a:t>
            </a:r>
          </a:p>
          <a:p>
            <a:r>
              <a:t>Session state stores conversation history.</a:t>
            </a:r>
          </a:p>
          <a:p>
            <a:r>
              <a:t>Real-time updates and simple layout tools.</a:t>
            </a:r>
          </a:p>
          <a:p>
            <a:r>
              <a:t>Typical flow: init history → render → capture input → call model → append response.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Gradio Chatbot Basics</a:t>
            </a:r>
          </a:p>
        </p:txBody>
      </p:sp>
      <p:sp>
        <p:nvSpPr>
          <p:cNvPr id="3" name="Content Placeholder 2"/>
          <p:cNvSpPr>
            <a:spLocks noGrp="1"/>
          </p:cNvSpPr>
          <p:nvPr>
            <p:ph idx="1"/>
          </p:nvPr>
        </p:nvSpPr>
        <p:spPr/>
        <p:txBody>
          <a:bodyPr/>
          <a:lstStyle/>
          <a:p>
            <a:r>
              <a:t>ChatInterface provides plug-and-play chat UI.</a:t>
            </a:r>
          </a:p>
          <a:p>
            <a:r>
              <a:t>Automatically manages chat history.</a:t>
            </a:r>
          </a:p>
          <a:p>
            <a:r>
              <a:t>Minimal boilerplate—define a function and return a response.</a:t>
            </a:r>
          </a:p>
          <a:p>
            <a:r>
              <a:t>Clean, modern UI out of the box.</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Architecture</a:t>
            </a:r>
          </a:p>
        </p:txBody>
      </p:sp>
      <p:sp>
        <p:nvSpPr>
          <p:cNvPr id="3" name="Content Placeholder 2"/>
          <p:cNvSpPr>
            <a:spLocks noGrp="1"/>
          </p:cNvSpPr>
          <p:nvPr>
            <p:ph idx="1"/>
          </p:nvPr>
        </p:nvSpPr>
        <p:spPr/>
        <p:txBody>
          <a:bodyPr/>
          <a:lstStyle/>
          <a:p>
            <a:r>
              <a:t>Frontend: Streamlit or Gradio.</a:t>
            </a:r>
          </a:p>
          <a:p>
            <a:r>
              <a:t>Backend: local model or cloud API.</a:t>
            </a:r>
          </a:p>
          <a:p>
            <a:r>
              <a:t>Optional enhancements: logging, prompt templates, session memory.</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of Simple Chatbot UIs</a:t>
            </a:r>
          </a:p>
        </p:txBody>
      </p:sp>
      <p:sp>
        <p:nvSpPr>
          <p:cNvPr id="3" name="Content Placeholder 2"/>
          <p:cNvSpPr>
            <a:spLocks noGrp="1"/>
          </p:cNvSpPr>
          <p:nvPr>
            <p:ph idx="1"/>
          </p:nvPr>
        </p:nvSpPr>
        <p:spPr/>
        <p:txBody>
          <a:bodyPr/>
          <a:lstStyle/>
          <a:p>
            <a:r>
              <a:t>No long-term memory.</a:t>
            </a:r>
          </a:p>
          <a:p>
            <a:r>
              <a:t>No retrieval or document search.</a:t>
            </a:r>
          </a:p>
          <a:p>
            <a:r>
              <a:t>Limited control over conversation flow.</a:t>
            </a:r>
          </a:p>
          <a:p>
            <a:r>
              <a:t>Not ideal for high-traffic production apps.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to Use Streamlit or Gradio</a:t>
            </a:r>
          </a:p>
        </p:txBody>
      </p:sp>
      <p:sp>
        <p:nvSpPr>
          <p:cNvPr id="3" name="Content Placeholder 2"/>
          <p:cNvSpPr>
            <a:spLocks noGrp="1"/>
          </p:cNvSpPr>
          <p:nvPr>
            <p:ph idx="1"/>
          </p:nvPr>
        </p:nvSpPr>
        <p:spPr/>
        <p:txBody>
          <a:bodyPr/>
          <a:lstStyle/>
          <a:p>
            <a:r>
              <a:t>Great for prototypes, teaching, demos, internal tools.</a:t>
            </a:r>
          </a:p>
          <a:p>
            <a:r>
              <a:t>Not suited for complex, multi-user, or highly customized frontends.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9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3200"/>
              <a:buFont typeface="Gill Sans"/>
              <a:buNone/>
            </a:pPr>
            <a:r>
              <a:rPr lang="en-US"/>
              <a:t>A SIMPLE CHATBOT IN LESS THAN10 LINES</a:t>
            </a:r>
            <a:endParaRPr/>
          </a:p>
        </p:txBody>
      </p:sp>
      <p:sp>
        <p:nvSpPr>
          <p:cNvPr id="1049" name="Google Shape;1049;p91"/>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HuggingFace Spaces – for compute hardware</a:t>
            </a:r>
            <a:endParaRPr/>
          </a:p>
          <a:p>
            <a:pPr marL="228600" lvl="0" indent="-228600" algn="l" rtl="0">
              <a:lnSpc>
                <a:spcPct val="120000"/>
              </a:lnSpc>
              <a:spcBef>
                <a:spcPts val="1000"/>
              </a:spcBef>
              <a:spcAft>
                <a:spcPts val="0"/>
              </a:spcAft>
              <a:buSzPts val="2000"/>
              <a:buChar char="•"/>
            </a:pPr>
            <a:r>
              <a:rPr lang="en-US"/>
              <a:t>Python – for coding</a:t>
            </a:r>
            <a:endParaRPr/>
          </a:p>
          <a:p>
            <a:pPr marL="228600" lvl="0" indent="-228600" algn="l" rtl="0">
              <a:lnSpc>
                <a:spcPct val="120000"/>
              </a:lnSpc>
              <a:spcBef>
                <a:spcPts val="1000"/>
              </a:spcBef>
              <a:spcAft>
                <a:spcPts val="0"/>
              </a:spcAft>
              <a:buSzPts val="2000"/>
              <a:buChar char="•"/>
            </a:pPr>
            <a:r>
              <a:rPr lang="en-US"/>
              <a:t>HuggingFace Transformer library – for model</a:t>
            </a:r>
            <a:endParaRPr/>
          </a:p>
          <a:p>
            <a:pPr marL="228600" lvl="0" indent="-228600" algn="l" rtl="0">
              <a:lnSpc>
                <a:spcPct val="120000"/>
              </a:lnSpc>
              <a:spcBef>
                <a:spcPts val="1000"/>
              </a:spcBef>
              <a:spcAft>
                <a:spcPts val="0"/>
              </a:spcAft>
              <a:buSzPts val="2000"/>
              <a:buChar char="•"/>
            </a:pPr>
            <a:r>
              <a:rPr lang="en-US"/>
              <a:t>Gradio – for user interface</a:t>
            </a:r>
            <a:endParaRPr/>
          </a:p>
          <a:p>
            <a:pPr marL="228600" lvl="0" indent="-228600" algn="l" rtl="0">
              <a:lnSpc>
                <a:spcPct val="120000"/>
              </a:lnSpc>
              <a:spcBef>
                <a:spcPts val="1000"/>
              </a:spcBef>
              <a:spcAft>
                <a:spcPts val="0"/>
              </a:spcAft>
              <a:buSzPts val="2000"/>
              <a:buChar char="•"/>
            </a:pPr>
            <a:r>
              <a:rPr lang="en-US"/>
              <a:t>GPT2 – AI model</a:t>
            </a:r>
            <a:endParaRPr/>
          </a:p>
          <a:p>
            <a:pPr marL="228600" lvl="0" indent="-228600" algn="l" rtl="0">
              <a:lnSpc>
                <a:spcPct val="120000"/>
              </a:lnSpc>
              <a:spcBef>
                <a:spcPts val="1000"/>
              </a:spcBef>
              <a:spcAft>
                <a:spcPts val="0"/>
              </a:spcAft>
              <a:buSzPts val="2000"/>
              <a:buChar char="•"/>
            </a:pPr>
            <a:r>
              <a:rPr lang="en-US"/>
              <a:t>Task – Generate a short story starting with the words (text generation)</a:t>
            </a:r>
            <a:endParaRPr/>
          </a:p>
          <a:p>
            <a:pPr marL="228600" lvl="0" indent="-228600" algn="l" rtl="0">
              <a:lnSpc>
                <a:spcPct val="120000"/>
              </a:lnSpc>
              <a:spcBef>
                <a:spcPts val="1000"/>
              </a:spcBef>
              <a:spcAft>
                <a:spcPts val="0"/>
              </a:spcAft>
              <a:buSzPts val="2000"/>
              <a:buChar char="•"/>
            </a:pPr>
            <a:r>
              <a:rPr lang="en-US"/>
              <a:t>Max length of the story - customizable</a:t>
            </a:r>
            <a:endParaRPr/>
          </a:p>
          <a:p>
            <a:pPr marL="228600" lvl="0" indent="-101600" algn="l" rtl="0">
              <a:lnSpc>
                <a:spcPct val="120000"/>
              </a:lnSpc>
              <a:spcBef>
                <a:spcPts val="1000"/>
              </a:spcBef>
              <a:spcAft>
                <a:spcPts val="0"/>
              </a:spcAft>
              <a:buSzPts val="2000"/>
              <a:buNone/>
            </a:pPr>
            <a:endParaRPr/>
          </a:p>
        </p:txBody>
      </p:sp>
    </p:spTree>
    <p:extLst>
      <p:ext uri="{BB962C8B-B14F-4D97-AF65-F5344CB8AC3E}">
        <p14:creationId xmlns:p14="http://schemas.microsoft.com/office/powerpoint/2010/main" val="20251032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BRING UP GOOGLE COLAB</a:t>
            </a:r>
            <a:endParaRPr/>
          </a:p>
        </p:txBody>
      </p:sp>
      <p:sp>
        <p:nvSpPr>
          <p:cNvPr id="264" name="Google Shape;264;p16"/>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Goto: </a:t>
            </a:r>
            <a:r>
              <a:rPr lang="en-US" u="sng">
                <a:solidFill>
                  <a:schemeClr val="hlink"/>
                </a:solidFill>
                <a:hlinkClick r:id="rId3"/>
              </a:rPr>
              <a:t>https://colab.research.google.com/</a:t>
            </a:r>
            <a:endParaRPr/>
          </a:p>
          <a:p>
            <a:pPr marL="228600" lvl="0" indent="-228600" algn="l" rtl="0">
              <a:lnSpc>
                <a:spcPct val="120000"/>
              </a:lnSpc>
              <a:spcBef>
                <a:spcPts val="1000"/>
              </a:spcBef>
              <a:spcAft>
                <a:spcPts val="0"/>
              </a:spcAft>
              <a:buSzPts val="2000"/>
              <a:buChar char="•"/>
            </a:pPr>
            <a:r>
              <a:rPr lang="en-US"/>
              <a:t>Login using your name</a:t>
            </a:r>
            <a:endParaRPr/>
          </a:p>
          <a:p>
            <a:pPr marL="228600" lvl="0" indent="-228600" algn="l" rtl="0">
              <a:lnSpc>
                <a:spcPct val="120000"/>
              </a:lnSpc>
              <a:spcBef>
                <a:spcPts val="1000"/>
              </a:spcBef>
              <a:spcAft>
                <a:spcPts val="0"/>
              </a:spcAft>
              <a:buSzPts val="2000"/>
              <a:buChar char="•"/>
            </a:pPr>
            <a:r>
              <a:rPr lang="en-US"/>
              <a:t>Click on +Code</a:t>
            </a:r>
            <a:endParaRPr/>
          </a:p>
          <a:p>
            <a:pPr marL="228600" lvl="0" indent="-228600" algn="l" rtl="0">
              <a:lnSpc>
                <a:spcPct val="120000"/>
              </a:lnSpc>
              <a:spcBef>
                <a:spcPts val="1000"/>
              </a:spcBef>
              <a:spcAft>
                <a:spcPts val="0"/>
              </a:spcAft>
              <a:buSzPts val="2000"/>
              <a:buChar char="•"/>
            </a:pPr>
            <a:r>
              <a:rPr lang="en-US"/>
              <a:t>Type print (“hello world”)</a:t>
            </a:r>
            <a:endParaRPr/>
          </a:p>
          <a:p>
            <a:pPr marL="228600" lvl="0" indent="-228600" algn="l" rtl="0">
              <a:lnSpc>
                <a:spcPct val="120000"/>
              </a:lnSpc>
              <a:spcBef>
                <a:spcPts val="1000"/>
              </a:spcBef>
              <a:spcAft>
                <a:spcPts val="0"/>
              </a:spcAft>
              <a:buSzPts val="2000"/>
              <a:buChar char="•"/>
            </a:pPr>
            <a:r>
              <a:rPr lang="en-US"/>
              <a:t>Click Play button</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25">
          <a:extLst>
            <a:ext uri="{FF2B5EF4-FFF2-40B4-BE49-F238E27FC236}">
              <a16:creationId xmlns:a16="http://schemas.microsoft.com/office/drawing/2014/main" id="{8AA82993-6BA4-337E-905F-D881783DC3B6}"/>
            </a:ext>
          </a:extLst>
        </p:cNvPr>
        <p:cNvGrpSpPr/>
        <p:nvPr/>
      </p:nvGrpSpPr>
      <p:grpSpPr>
        <a:xfrm>
          <a:off x="0" y="0"/>
          <a:ext cx="0" cy="0"/>
          <a:chOff x="0" y="0"/>
          <a:chExt cx="0" cy="0"/>
        </a:xfrm>
      </p:grpSpPr>
      <p:sp>
        <p:nvSpPr>
          <p:cNvPr id="926" name="Google Shape;926;p78">
            <a:extLst>
              <a:ext uri="{FF2B5EF4-FFF2-40B4-BE49-F238E27FC236}">
                <a16:creationId xmlns:a16="http://schemas.microsoft.com/office/drawing/2014/main" id="{463F624E-F4F8-5463-2231-DB43E13622C1}"/>
              </a:ext>
            </a:extLst>
          </p:cNvPr>
          <p:cNvSpPr txBox="1">
            <a:spLocks noGrp="1"/>
          </p:cNvSpPr>
          <p:nvPr>
            <p:ph type="ctrTitle"/>
          </p:nvPr>
        </p:nvSpPr>
        <p:spPr>
          <a:xfrm>
            <a:off x="1678870" y="1744407"/>
            <a:ext cx="8637073" cy="2541431"/>
          </a:xfrm>
          <a:prstGeom prst="rect">
            <a:avLst/>
          </a:prstGeom>
          <a:noFill/>
          <a:ln>
            <a:noFill/>
          </a:ln>
        </p:spPr>
        <p:txBody>
          <a:bodyPr spcFirstLastPara="1" wrap="square" lIns="91425" tIns="45700" rIns="91425" bIns="0" anchor="b" anchorCtr="0">
            <a:normAutofit fontScale="90000"/>
          </a:bodyPr>
          <a:lstStyle/>
          <a:p>
            <a:pPr marL="0" lvl="0" indent="0" algn="ctr" rtl="0">
              <a:lnSpc>
                <a:spcPct val="90000"/>
              </a:lnSpc>
              <a:spcBef>
                <a:spcPts val="0"/>
              </a:spcBef>
              <a:spcAft>
                <a:spcPts val="0"/>
              </a:spcAft>
              <a:buClr>
                <a:schemeClr val="dk1"/>
              </a:buClr>
              <a:buSzPts val="6600"/>
              <a:buFont typeface="Gill Sans"/>
              <a:buNone/>
            </a:pPr>
            <a:r>
              <a:rPr lang="en-US" dirty="0"/>
              <a:t>Chatbot for American High Web Site using Vibe Coding</a:t>
            </a:r>
            <a:endParaRPr dirty="0"/>
          </a:p>
        </p:txBody>
      </p:sp>
    </p:spTree>
    <p:extLst>
      <p:ext uri="{BB962C8B-B14F-4D97-AF65-F5344CB8AC3E}">
        <p14:creationId xmlns:p14="http://schemas.microsoft.com/office/powerpoint/2010/main" val="31476057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5D166-6EB9-A413-F61C-4E2693477F8F}"/>
              </a:ext>
            </a:extLst>
          </p:cNvPr>
          <p:cNvSpPr>
            <a:spLocks noGrp="1"/>
          </p:cNvSpPr>
          <p:nvPr>
            <p:ph type="title"/>
          </p:nvPr>
        </p:nvSpPr>
        <p:spPr/>
        <p:txBody>
          <a:bodyPr/>
          <a:lstStyle/>
          <a:p>
            <a:r>
              <a:rPr lang="en-US" dirty="0"/>
              <a:t>Vibe Coding</a:t>
            </a:r>
          </a:p>
        </p:txBody>
      </p:sp>
      <p:sp>
        <p:nvSpPr>
          <p:cNvPr id="3" name="Content Placeholder 2">
            <a:extLst>
              <a:ext uri="{FF2B5EF4-FFF2-40B4-BE49-F238E27FC236}">
                <a16:creationId xmlns:a16="http://schemas.microsoft.com/office/drawing/2014/main" id="{C148FB5C-A395-D701-5A43-81AC41D3B5F5}"/>
              </a:ext>
            </a:extLst>
          </p:cNvPr>
          <p:cNvSpPr>
            <a:spLocks noGrp="1"/>
          </p:cNvSpPr>
          <p:nvPr>
            <p:ph idx="1"/>
          </p:nvPr>
        </p:nvSpPr>
        <p:spPr/>
        <p:txBody>
          <a:bodyPr>
            <a:normAutofit fontScale="92500" lnSpcReduction="10000"/>
          </a:bodyPr>
          <a:lstStyle/>
          <a:p>
            <a:r>
              <a:rPr lang="en-US" b="1" dirty="0"/>
              <a:t>Vibe coding</a:t>
            </a:r>
            <a:r>
              <a:rPr lang="en-US" dirty="0"/>
              <a:t> is an approach to software development using AI assistance. Instead of writing detailed code, you describe the desired outcome using natural language. This allows you to focus on the problem-solving aspect while the AI handles the implementation. </a:t>
            </a:r>
          </a:p>
          <a:p>
            <a:r>
              <a:rPr lang="en-US" dirty="0"/>
              <a:t>While it’s great for rapid development, it’s important to remain aware of its limitations, especially in larger, more complex projects.</a:t>
            </a:r>
          </a:p>
          <a:p>
            <a:r>
              <a:rPr lang="en-US" dirty="0"/>
              <a:t>Vibe coding is excellent for quick prototypes and learning, it complicates things with larger projects and poses security risks. It’s most effective for smaller, standalone projects rather than challenging and complex projects.</a:t>
            </a:r>
          </a:p>
          <a:p>
            <a:r>
              <a:rPr lang="en-US" dirty="0"/>
              <a:t>Vibe coding is a method of AI-assisted software development that focuses on writing as little code as possible instead of using natural language to describe what you want built.</a:t>
            </a:r>
          </a:p>
          <a:p>
            <a:r>
              <a:rPr lang="en-US" dirty="0"/>
              <a:t>Unlike traditional AI-assisted programming where developers review and understand all AI-generated code before committing it, vibe coding involves accepting AI-generated code without full comprehension to prioritize speed and experimentation over code understanding.</a:t>
            </a:r>
          </a:p>
          <a:p>
            <a:endParaRPr lang="en-US" dirty="0"/>
          </a:p>
        </p:txBody>
      </p:sp>
    </p:spTree>
    <p:extLst>
      <p:ext uri="{BB962C8B-B14F-4D97-AF65-F5344CB8AC3E}">
        <p14:creationId xmlns:p14="http://schemas.microsoft.com/office/powerpoint/2010/main" val="43667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20EF-3F34-9567-59E6-0FB8CBF99F5E}"/>
              </a:ext>
            </a:extLst>
          </p:cNvPr>
          <p:cNvSpPr>
            <a:spLocks noGrp="1"/>
          </p:cNvSpPr>
          <p:nvPr>
            <p:ph type="title"/>
          </p:nvPr>
        </p:nvSpPr>
        <p:spPr/>
        <p:txBody>
          <a:bodyPr/>
          <a:lstStyle/>
          <a:p>
            <a:r>
              <a:rPr lang="en-US" dirty="0"/>
              <a:t>Vibe Coding Requirements</a:t>
            </a:r>
          </a:p>
        </p:txBody>
      </p:sp>
      <p:sp>
        <p:nvSpPr>
          <p:cNvPr id="3" name="Content Placeholder 2">
            <a:extLst>
              <a:ext uri="{FF2B5EF4-FFF2-40B4-BE49-F238E27FC236}">
                <a16:creationId xmlns:a16="http://schemas.microsoft.com/office/drawing/2014/main" id="{30721392-8F7D-1E4F-30E7-69A351B54586}"/>
              </a:ext>
            </a:extLst>
          </p:cNvPr>
          <p:cNvSpPr>
            <a:spLocks noGrp="1"/>
          </p:cNvSpPr>
          <p:nvPr>
            <p:ph idx="1"/>
          </p:nvPr>
        </p:nvSpPr>
        <p:spPr/>
        <p:txBody>
          <a:bodyPr>
            <a:normAutofit/>
          </a:bodyPr>
          <a:lstStyle/>
          <a:p>
            <a:r>
              <a:rPr lang="en-US" b="1" dirty="0"/>
              <a:t>Cursor IDE for Vibe Coding</a:t>
            </a:r>
          </a:p>
          <a:p>
            <a:pPr lvl="1"/>
            <a:r>
              <a:rPr lang="en-US" dirty="0"/>
              <a:t>One of the most popular tools in the vibe coding ecosystem</a:t>
            </a:r>
          </a:p>
          <a:p>
            <a:pPr lvl="1"/>
            <a:r>
              <a:rPr lang="en-US" dirty="0"/>
              <a:t>Works on entire codebases</a:t>
            </a:r>
          </a:p>
          <a:p>
            <a:pPr lvl="1"/>
            <a:r>
              <a:rPr lang="en-US" dirty="0"/>
              <a:t>Offers contextual suggestions</a:t>
            </a:r>
          </a:p>
          <a:p>
            <a:pPr lvl="1"/>
            <a:r>
              <a:rPr lang="en-US" dirty="0"/>
              <a:t>Provides suggestions and prompts</a:t>
            </a:r>
          </a:p>
          <a:p>
            <a:pPr lvl="1"/>
            <a:r>
              <a:rPr lang="en-US" dirty="0"/>
              <a:t>providing in-depth analysis</a:t>
            </a:r>
          </a:p>
          <a:p>
            <a:r>
              <a:rPr lang="en-US" b="1" dirty="0" err="1"/>
              <a:t>Github</a:t>
            </a:r>
            <a:r>
              <a:rPr lang="en-US" b="1" dirty="0"/>
              <a:t> for storing code</a:t>
            </a:r>
          </a:p>
          <a:p>
            <a:r>
              <a:rPr lang="en-US" b="1" dirty="0"/>
              <a:t>Cloudflare for publishing</a:t>
            </a:r>
          </a:p>
          <a:p>
            <a:r>
              <a:rPr lang="en-US" b="1" dirty="0" err="1"/>
              <a:t>Jupyter</a:t>
            </a:r>
            <a:r>
              <a:rPr lang="en-US" b="1" dirty="0"/>
              <a:t> for Python</a:t>
            </a:r>
          </a:p>
        </p:txBody>
      </p:sp>
      <p:sp>
        <p:nvSpPr>
          <p:cNvPr id="4" name="TextBox 3">
            <a:extLst>
              <a:ext uri="{FF2B5EF4-FFF2-40B4-BE49-F238E27FC236}">
                <a16:creationId xmlns:a16="http://schemas.microsoft.com/office/drawing/2014/main" id="{4DAC1744-CD4A-A599-B128-F21D9FB61A47}"/>
              </a:ext>
            </a:extLst>
          </p:cNvPr>
          <p:cNvSpPr txBox="1"/>
          <p:nvPr/>
        </p:nvSpPr>
        <p:spPr>
          <a:xfrm>
            <a:off x="4159624" y="5258591"/>
            <a:ext cx="4399281" cy="646331"/>
          </a:xfrm>
          <a:prstGeom prst="rect">
            <a:avLst/>
          </a:prstGeom>
          <a:noFill/>
          <a:ln>
            <a:solidFill>
              <a:schemeClr val="tx1"/>
            </a:solidFill>
          </a:ln>
        </p:spPr>
        <p:txBody>
          <a:bodyPr wrap="none" rtlCol="0">
            <a:spAutoFit/>
          </a:bodyPr>
          <a:lstStyle/>
          <a:p>
            <a:r>
              <a:rPr lang="en-US" sz="3600" dirty="0"/>
              <a:t>Download and install</a:t>
            </a:r>
          </a:p>
        </p:txBody>
      </p:sp>
    </p:spTree>
    <p:extLst>
      <p:ext uri="{BB962C8B-B14F-4D97-AF65-F5344CB8AC3E}">
        <p14:creationId xmlns:p14="http://schemas.microsoft.com/office/powerpoint/2010/main" val="20183026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0B9D4-A183-5827-9C36-CA1D22DB7C30}"/>
              </a:ext>
            </a:extLst>
          </p:cNvPr>
          <p:cNvSpPr>
            <a:spLocks noGrp="1"/>
          </p:cNvSpPr>
          <p:nvPr>
            <p:ph type="title"/>
          </p:nvPr>
        </p:nvSpPr>
        <p:spPr/>
        <p:txBody>
          <a:bodyPr/>
          <a:lstStyle/>
          <a:p>
            <a:r>
              <a:rPr lang="en-US" dirty="0" err="1"/>
              <a:t>Jupyter</a:t>
            </a:r>
            <a:r>
              <a:rPr lang="en-US" dirty="0"/>
              <a:t> Notebook</a:t>
            </a:r>
          </a:p>
        </p:txBody>
      </p:sp>
      <p:sp>
        <p:nvSpPr>
          <p:cNvPr id="3" name="Content Placeholder 2">
            <a:extLst>
              <a:ext uri="{FF2B5EF4-FFF2-40B4-BE49-F238E27FC236}">
                <a16:creationId xmlns:a16="http://schemas.microsoft.com/office/drawing/2014/main" id="{DCABDCC2-65F5-2D62-E9A3-644C14B8008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4963740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52273</TotalTime>
  <Words>4613</Words>
  <Application>Microsoft Macintosh PowerPoint</Application>
  <PresentationFormat>Widescreen</PresentationFormat>
  <Paragraphs>712</Paragraphs>
  <Slides>103</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103</vt:i4>
      </vt:variant>
    </vt:vector>
  </HeadingPairs>
  <TitlesOfParts>
    <vt:vector size="111" baseType="lpstr">
      <vt:lpstr>Aptos</vt:lpstr>
      <vt:lpstr>Arial</vt:lpstr>
      <vt:lpstr>Bierstadt</vt:lpstr>
      <vt:lpstr>DuckSansProduct</vt:lpstr>
      <vt:lpstr>Gill Sans</vt:lpstr>
      <vt:lpstr>Helvetica</vt:lpstr>
      <vt:lpstr>Helvetica-Bold</vt:lpstr>
      <vt:lpstr>GestaltVTI</vt:lpstr>
      <vt:lpstr>Boot Camp</vt:lpstr>
      <vt:lpstr>Our Vision</vt:lpstr>
      <vt:lpstr>Before we begin</vt:lpstr>
      <vt:lpstr>AGENDA</vt:lpstr>
      <vt:lpstr>AI models on HuggingFace</vt:lpstr>
      <vt:lpstr>HF PLAYGROUND</vt:lpstr>
      <vt:lpstr>MODELS</vt:lpstr>
      <vt:lpstr>AI MODEL FLOW</vt:lpstr>
      <vt:lpstr>WHO ARE TOP PLAYERS IN LLM</vt:lpstr>
      <vt:lpstr>https://huggingface.co/inference/models</vt:lpstr>
      <vt:lpstr>ROLES</vt:lpstr>
      <vt:lpstr>TEMPERATURE (T)</vt:lpstr>
      <vt:lpstr>TOP-P </vt:lpstr>
      <vt:lpstr>Exercise</vt:lpstr>
      <vt:lpstr>AI = ARTIFICIAL INTELLIGENCE</vt:lpstr>
      <vt:lpstr>AI is different from programming</vt:lpstr>
      <vt:lpstr>AI KEY CONCEPTS</vt:lpstr>
      <vt:lpstr>https://huggingface.co/models</vt:lpstr>
      <vt:lpstr>https://huggingface.co/models</vt:lpstr>
      <vt:lpstr>https://huggingface.co/models</vt:lpstr>
      <vt:lpstr>Understanding AI models</vt:lpstr>
      <vt:lpstr>WHAT IS A MODEL? </vt:lpstr>
      <vt:lpstr>Training data</vt:lpstr>
      <vt:lpstr>Training Process</vt:lpstr>
      <vt:lpstr>Training Process</vt:lpstr>
      <vt:lpstr>Training Process</vt:lpstr>
      <vt:lpstr>Our model</vt:lpstr>
      <vt:lpstr>Inference (Using our model)</vt:lpstr>
      <vt:lpstr>To recap</vt:lpstr>
      <vt:lpstr>Neural network in practice</vt:lpstr>
      <vt:lpstr>In practice</vt:lpstr>
      <vt:lpstr>AI Model has three distinct representations</vt:lpstr>
      <vt:lpstr>Visualization</vt:lpstr>
      <vt:lpstr>Need volunteers to enhance LearnCurve</vt:lpstr>
      <vt:lpstr>Data representation for models</vt:lpstr>
      <vt:lpstr>Model generalization</vt:lpstr>
      <vt:lpstr>DATA REPRESENTATION</vt:lpstr>
      <vt:lpstr>Picture representation</vt:lpstr>
      <vt:lpstr>Language models</vt:lpstr>
      <vt:lpstr>Language representation</vt:lpstr>
      <vt:lpstr>HOW LANGUAGE MODELS WORK</vt:lpstr>
      <vt:lpstr>HOW LANGUAGE MODELS WORK</vt:lpstr>
      <vt:lpstr>Peek inside GPT</vt:lpstr>
      <vt:lpstr>Simplified GPT model</vt:lpstr>
      <vt:lpstr>Training datasets</vt:lpstr>
      <vt:lpstr>GPT3 Variants</vt:lpstr>
      <vt:lpstr>Tasks play a key role in model structure</vt:lpstr>
      <vt:lpstr>Text Classification</vt:lpstr>
      <vt:lpstr>Text generation</vt:lpstr>
      <vt:lpstr>Text generation challenges</vt:lpstr>
      <vt:lpstr>Text summarization</vt:lpstr>
      <vt:lpstr>Named entity recognition</vt:lpstr>
      <vt:lpstr>Building practical language applications </vt:lpstr>
      <vt:lpstr>Language-Based Applications</vt:lpstr>
      <vt:lpstr>Typical Application Pipeline</vt:lpstr>
      <vt:lpstr>Key Components of Language Applications</vt:lpstr>
      <vt:lpstr>Example Use Cases</vt:lpstr>
      <vt:lpstr>Challenges and Considerations</vt:lpstr>
      <vt:lpstr>Website basics</vt:lpstr>
      <vt:lpstr>What Is a Website?</vt:lpstr>
      <vt:lpstr>Core Technologies Behind Every Website</vt:lpstr>
      <vt:lpstr>Structure of a Webpage</vt:lpstr>
      <vt:lpstr>Types of Content Websites Include</vt:lpstr>
      <vt:lpstr>How Websites Are Created</vt:lpstr>
      <vt:lpstr>Tools Used to Build Websites</vt:lpstr>
      <vt:lpstr>How Websites Are Maintained</vt:lpstr>
      <vt:lpstr>How a Page Loads</vt:lpstr>
      <vt:lpstr>Web scraping</vt:lpstr>
      <vt:lpstr>Web Scraping</vt:lpstr>
      <vt:lpstr>Web Scraping Overview</vt:lpstr>
      <vt:lpstr>Tools for Web Scraping</vt:lpstr>
      <vt:lpstr>Handling Different File Types</vt:lpstr>
      <vt:lpstr>Challenges in Web Scraping</vt:lpstr>
      <vt:lpstr>Typical Scraping Pipeline (ASCII Diagram)</vt:lpstr>
      <vt:lpstr>Feeding Scraped Data into Applications</vt:lpstr>
      <vt:lpstr>Connecting AI model to a ‘scraped’ web content</vt:lpstr>
      <vt:lpstr>Using Scraped Data With a GPT-Like Model</vt:lpstr>
      <vt:lpstr>How Context Injection Works</vt:lpstr>
      <vt:lpstr>Context Window Limitations</vt:lpstr>
      <vt:lpstr>Other Limitations of a Simple Chatbot</vt:lpstr>
      <vt:lpstr>Model Choices</vt:lpstr>
      <vt:lpstr>Why Use a QA-Trained Model</vt:lpstr>
      <vt:lpstr>Building User Interface (UI) for human consumption</vt:lpstr>
      <vt:lpstr>Core Components of a Chatbot UI</vt:lpstr>
      <vt:lpstr>UI Options for a Chatbot</vt:lpstr>
      <vt:lpstr>Web-Based UI Options</vt:lpstr>
      <vt:lpstr>Mobile UI Options</vt:lpstr>
      <vt:lpstr>Chat-Style Integrations</vt:lpstr>
      <vt:lpstr>Embedded UI Options</vt:lpstr>
      <vt:lpstr>Developer-Oriented Interfaces</vt:lpstr>
      <vt:lpstr>Voice-Enabled Interfaces</vt:lpstr>
      <vt:lpstr>Enterprise UI Options</vt:lpstr>
      <vt:lpstr>Streamlit Chatbot Basics</vt:lpstr>
      <vt:lpstr>Gradio Chatbot Basics</vt:lpstr>
      <vt:lpstr>Example Architecture</vt:lpstr>
      <vt:lpstr>Limitations of Simple Chatbot UIs</vt:lpstr>
      <vt:lpstr>When to Use Streamlit or Gradio</vt:lpstr>
      <vt:lpstr>A SIMPLE CHATBOT IN LESS THAN10 LINES</vt:lpstr>
      <vt:lpstr>BRING UP GOOGLE COLAB</vt:lpstr>
      <vt:lpstr>Chatbot for American High Web Site using Vibe Coding</vt:lpstr>
      <vt:lpstr>Vibe Coding</vt:lpstr>
      <vt:lpstr>Vibe Coding Requirements</vt:lpstr>
      <vt:lpstr>Jupyter Notebook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Anand Joshi</dc:creator>
  <cp:lastModifiedBy>Anand Joshi</cp:lastModifiedBy>
  <cp:revision>58</cp:revision>
  <dcterms:created xsi:type="dcterms:W3CDTF">2025-08-22T23:55:51Z</dcterms:created>
  <dcterms:modified xsi:type="dcterms:W3CDTF">2026-01-28T02:15:31Z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fbee0dc-6f33-415c-b76b-0932324fc5a5_Enabled">
    <vt:lpwstr>true</vt:lpwstr>
  </property>
  <property fmtid="{D5CDD505-2E9C-101B-9397-08002B2CF9AE}" pid="3" name="MSIP_Label_dfbee0dc-6f33-415c-b76b-0932324fc5a5_SetDate">
    <vt:lpwstr>2025-08-22T23:57:26Z</vt:lpwstr>
  </property>
  <property fmtid="{D5CDD505-2E9C-101B-9397-08002B2CF9AE}" pid="4" name="MSIP_Label_dfbee0dc-6f33-415c-b76b-0932324fc5a5_Method">
    <vt:lpwstr>Standard</vt:lpwstr>
  </property>
  <property fmtid="{D5CDD505-2E9C-101B-9397-08002B2CF9AE}" pid="5" name="MSIP_Label_dfbee0dc-6f33-415c-b76b-0932324fc5a5_Name">
    <vt:lpwstr>defa4170-0d19-0005-0004-bc88714345d2</vt:lpwstr>
  </property>
  <property fmtid="{D5CDD505-2E9C-101B-9397-08002B2CF9AE}" pid="6" name="MSIP_Label_dfbee0dc-6f33-415c-b76b-0932324fc5a5_SiteId">
    <vt:lpwstr>31ef0b60-afc5-4125-80a5-2b4ee289e2d7</vt:lpwstr>
  </property>
  <property fmtid="{D5CDD505-2E9C-101B-9397-08002B2CF9AE}" pid="7" name="MSIP_Label_dfbee0dc-6f33-415c-b76b-0932324fc5a5_ActionId">
    <vt:lpwstr>0e9acb47-9517-460c-b674-e04b1e1c2c04</vt:lpwstr>
  </property>
  <property fmtid="{D5CDD505-2E9C-101B-9397-08002B2CF9AE}" pid="8" name="MSIP_Label_dfbee0dc-6f33-415c-b76b-0932324fc5a5_ContentBits">
    <vt:lpwstr>0</vt:lpwstr>
  </property>
  <property fmtid="{D5CDD505-2E9C-101B-9397-08002B2CF9AE}" pid="9" name="MSIP_Label_dfbee0dc-6f33-415c-b76b-0932324fc5a5_Tag">
    <vt:lpwstr>50, 3, 0, 1</vt:lpwstr>
  </property>
</Properties>
</file>